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notesSlides/notesSlide1.xml" ContentType="application/vnd.openxmlformats-officedocument.presentationml.notesSlide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2" r:id="rId6"/>
    <p:sldId id="285" r:id="rId7"/>
    <p:sldId id="260" r:id="rId8"/>
    <p:sldId id="264" r:id="rId9"/>
    <p:sldId id="265" r:id="rId10"/>
    <p:sldId id="267" r:id="rId11"/>
    <p:sldId id="266" r:id="rId12"/>
    <p:sldId id="268" r:id="rId13"/>
    <p:sldId id="261" r:id="rId14"/>
    <p:sldId id="269" r:id="rId15"/>
    <p:sldId id="270" r:id="rId16"/>
    <p:sldId id="271" r:id="rId17"/>
    <p:sldId id="263" r:id="rId18"/>
    <p:sldId id="272" r:id="rId19"/>
    <p:sldId id="273" r:id="rId20"/>
    <p:sldId id="274" r:id="rId21"/>
    <p:sldId id="275" r:id="rId22"/>
    <p:sldId id="284" r:id="rId23"/>
    <p:sldId id="276" r:id="rId24"/>
    <p:sldId id="277" r:id="rId25"/>
    <p:sldId id="279" r:id="rId26"/>
    <p:sldId id="280" r:id="rId27"/>
    <p:sldId id="283" r:id="rId28"/>
    <p:sldId id="281" r:id="rId29"/>
    <p:sldId id="28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 Latt" initials="JL" lastIdx="2" clrIdx="0">
    <p:extLst>
      <p:ext uri="{19B8F6BF-5375-455C-9EA6-DF929625EA0E}">
        <p15:presenceInfo xmlns:p15="http://schemas.microsoft.com/office/powerpoint/2012/main" userId="70e4d2239b7e63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14" y="96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22:14:52.3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1 109,'872'52,"-273"-19,2-35,-211-1,-304 3,23 2,0-4,0-6,110-21,-135 13,1 3,0 4,91 3,68-7,-21 0,330 15,210-4,-526-11,97-1,-13-1,-163 3,194 11,-155 4,1181-3,-1348-2,-1-1,31-6,-30 3,58-2,36 6,328 5,-299 10,64 2,1192-16,-1387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9:41:32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1457 109 24575,'-75'-4'0,"-112"-19"0,114 11 0,-123-4 0,142 17 0,6-3 0,1 2 0,-1 3 0,1 2 0,0 1 0,-58 17 0,79-15 0,1 0 0,0 2 0,1 1 0,0 0 0,1 2 0,0 1 0,1 1 0,0 1 0,2 0 0,0 2 0,1 0 0,0 1 0,2 1 0,0 1 0,-17 28 0,-13 22 0,19-29 0,-30 56 0,52-86 0,1 1 0,0-1 0,0 1 0,1 0 0,1 1 0,0-1 0,1 0 0,0 1 0,0 20 0,4-25 0,0-1 0,0 1 0,1 0 0,0-1 0,0 0 0,1 0 0,0 0 0,0 0 0,1 0 0,0-1 0,0 0 0,1 0 0,0-1 0,0 1 0,1-1 0,-1 0 0,11 6 0,13 9 0,0-1 0,60 29 0,-59-35 0,1-1 0,1-2 0,60 13 0,106 7 0,-127-22 0,-69-8 0,278 30 0,-226-29 0,0-1 0,-1-3 0,64-11 0,-5-4 0,117-22 0,-185 28 0,-1-1 0,0-2 0,42-20 0,-71 26 0,-1 0 0,0 0 0,0-2 0,-1 1 0,0-2 0,-1 0 0,0 0 0,-1-1 0,0 0 0,-1-1 0,0-1 0,-1 1 0,-1-2 0,0 1 0,12-31 0,-16 33 0,0 0 0,-1 0 0,-1-1 0,1 1 0,-2-1 0,0 0 0,0 1 0,-2-1 0,1 0 0,-1 0 0,-1 1 0,-1-1 0,1 1 0,-2 0 0,0-1 0,0 1 0,-1 1 0,-1-1 0,0 1 0,0 0 0,-10-12 0,-11-10 0,-2 1 0,-1 1 0,-2 1 0,-62-45 0,23 27 0,-111-56 0,148 88 0,0 1 0,0 2 0,-1 2 0,-1 0 0,-44-5 0,18 8 0,-1 2 0,-79 4 0,-35 5-1365,134-3-5461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9:41:33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1724 269 24575,'-59'0'0,"0"-3"0,-63-10 0,84 8 0,-50 0 0,52 5 0,-68-11 0,-194-48 0,229 47 0,-92-22 0,123 26 0,0 2 0,-1 1 0,1 2 0,-1 1 0,0 2 0,-48 7 0,73-4 0,0 0 0,0 0 0,0 2 0,0-1 0,1 2 0,0 0 0,0 0 0,0 2 0,1-1 0,0 1 0,0 1 0,1 0 0,-16 17 0,9-7 0,1 1 0,1 0 0,1 1 0,0 0 0,2 1 0,-19 43 0,21-36 0,2 1 0,0 0 0,3 1 0,0-1 0,2 1 0,1 0 0,2 1 0,3 43 0,-1-67 0,1 1 0,0-1 0,1 0 0,-1 0 0,1 0 0,1-1 0,0 1 0,0-1 0,0 0 0,1 0 0,0 0 0,0-1 0,1 0 0,0 0 0,0 0 0,0 0 0,1-1 0,-1 0 0,1-1 0,1 1 0,10 4 0,17 7 0,1-1 0,0-2 0,50 11 0,-68-19 0,80 17 0,1-4 0,1-5 0,0-4 0,119-4 0,484-5 0,-676-3 0,0-2 0,0 0 0,0-2 0,-1-1 0,0-1 0,33-16 0,-52 22 0,22-9 0,-2-2 0,1-1 0,-2 0 0,38-31 0,-52 37 0,0-1 0,-1-1 0,-1 0 0,1 0 0,-2-1 0,0-1 0,0 1 0,-1-1 0,0-1 0,-1 0 0,6-18 0,-8 7 0,-1 0 0,-1 0 0,-1 0 0,-1 0 0,-5-45 0,1 3 0,3 52 0,-1 0 0,0 0 0,-2 0 0,1 0 0,-2 1 0,0-1 0,-1 1 0,0 0 0,-1 0 0,0 1 0,-2 0 0,1 0 0,-16-19 0,8 15 0,0 1 0,-1 1 0,-1 0 0,-1 1 0,0 1 0,0 0 0,-1 2 0,-29-14 0,22 14 0,-1 0 0,1 2 0,-2 1 0,1 1 0,-1 1 0,0 2 0,0 1 0,-52 0 0,27 3-119,-217 8-1127,224-2-5580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25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483 3 24575,'-51'-1'0,"22"0"0,-1 1 0,-42 5 0,63-3 0,0-1 0,0 2 0,1-1 0,-1 1 0,1 1 0,-1-1 0,1 1 0,1 1 0,-1-1 0,0 1 0,1 1 0,-9 8 0,-4 5 0,2 1 0,1 0 0,0 2 0,2 0 0,0 1 0,2 0 0,0 1 0,2 0 0,0 1 0,2 0 0,1 1 0,-9 47 0,16-67 0,1 0 0,-1-1 0,1 1 0,0 0 0,1-1 0,0 1 0,0 0 0,0-1 0,0 1 0,1-1 0,0 1 0,0-1 0,0 0 0,6 10 0,-3-8 0,1 0 0,0 0 0,0-1 0,0 0 0,1 0 0,-1 0 0,2-1 0,14 9 0,-7-6 0,0-1 0,1 0 0,-1-1 0,2-1 0,-1-1 0,0 0 0,1-1 0,0-1 0,30 1 0,-19-5 0,1-1 0,-1-2 0,0-1 0,0 0 0,0-3 0,40-16 0,-20 2 0,-1-1 0,71-50 0,-100 61 0,0-1 0,0 0 0,17-20 0,-31 30 0,0 0 0,-1 0 0,1 0 0,-1 0 0,0-1 0,0 0 0,0 1 0,-1-1 0,1 0 0,-1 0 0,0-1 0,-1 1 0,1 0 0,-1-1 0,0 1 0,-1 0 0,1-1 0,-1-10 0,-1 14 4,0 0-1,0-1 0,0 1 1,0 0-1,0 0 1,0 0-1,0 0 1,-1 0-1,1 0 0,-1 0 1,1 0-1,-1 1 1,0-1-1,0 0 0,0 1 1,0 0-1,0-1 1,0 1-1,0 0 0,-3-1 1,-50-14-566,40 12-313,-24-5-5951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26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58 24575,'-7'0'0,"1"1"0,-1 0 0,1 0 0,0 1 0,-1-1 0,1 1 0,0 1 0,0-1 0,0 1 0,1 0 0,-1 1 0,1-1 0,-1 1 0,1 0 0,0 0 0,1 1 0,-1 0 0,1-1 0,0 2 0,0-1 0,0 0 0,1 1 0,0-1 0,0 1 0,0 0 0,1 0 0,0 0 0,0 1 0,0-1 0,1 0 0,0 1 0,0-1 0,1 1 0,0-1 0,0 1 0,0-1 0,1 1 0,0-1 0,0 0 0,1 1 0,-1-1 0,1 0 0,1 0 0,3 8 0,15 19 0,0 0 0,3-1 0,0-2 0,51 50 0,-68-74 0,1 0 0,0 0 0,0-1 0,0 0 0,0 0 0,1-1 0,-1 0 0,1-1 0,0 0 0,0 0 0,1-1 0,-1 0 0,13 1 0,-16-3 0,0 0 0,0 0 0,0 0 0,0-1 0,0 1 0,0-2 0,0 1 0,0-1 0,-1 0 0,1 0 0,0 0 0,-1-1 0,0 0 0,1 0 0,-1 0 0,0-1 0,-1 1 0,1-1 0,-1-1 0,1 1 0,5-8 0,2-7 0,0-1 0,-2 0 0,0-1 0,-1 0 0,-1 0 0,-1-1 0,0 0 0,-2 0 0,-1-1 0,-1 0 0,-1 1 0,0-1 0,-2 0 0,-1 0 0,-5-32 0,6 51 0,-1-1 0,0 0 0,0 1 0,0-1 0,-1 1 0,1-1 0,-1 1 0,0 0 0,0 0 0,-1 0 0,1 0 0,-1 0 0,0 0 0,0 1 0,0 0 0,0-1 0,-5-3 0,2 4 0,0-1 0,0 1 0,-1-1 0,1 2 0,-1-1 0,0 1 0,0 0 0,0 0 0,1 1 0,-11-1 0,-6 1 0,0 1 0,1 1 0,-1 2 0,0 0 0,1 1 0,-25 8 0,37-9-227,1 1-1,0 0 1,0 1-1,0 0 1,-10 8-1,2-2-6598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26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1 24575,'-22'0'0,"0"0"0,-1 2 0,1 0 0,0 2 0,-30 7 0,46-9 0,-1 1 0,1-1 0,0 1 0,0 1 0,0-1 0,0 1 0,0 0 0,1 0 0,0 0 0,0 1 0,0 0 0,0 0 0,1 0 0,0 0 0,0 1 0,0 0 0,1 0 0,0 0 0,0 0 0,0 0 0,1 1 0,-2 6 0,-1 13 0,1 1 0,0-1 0,3 1 0,0 0 0,1 0 0,2-1 0,7 41 0,-4-47 0,1 1 0,1-1 0,1 0 0,1 0 0,1-1 0,1-1 0,0 1 0,1-2 0,16 19 0,-16-22 0,0-1 0,1 0 0,0-1 0,1 0 0,0-1 0,1-1 0,0 0 0,1-1 0,0 0 0,1-2 0,18 7 0,-30-13 0,1 0 0,-1-1 0,0 1 0,1-1 0,-1 0 0,0-1 0,1 1 0,-1-1 0,0 0 0,0 0 0,0-1 0,0 0 0,0 0 0,0 0 0,0 0 0,0-1 0,-1 1 0,1-1 0,-1-1 0,0 1 0,0 0 0,0-1 0,0 0 0,3-4 0,10-12 0,-1-1 0,-1-1 0,18-34 0,-10 9 0,-3 0 0,-2-2 0,-1 0 0,-4-1 0,16-98 0,-28 143 4,0 0-1,-1 1 1,1-1-1,-1 0 0,0 0 1,0 1-1,0-1 1,-1 0-1,1 0 0,-1 0 1,0 1-1,-1-1 1,1 1-1,-1-1 1,0 1-1,0-1 0,0 1 1,-1 0-1,0 0 1,1 0-1,-1 1 1,-1-1-1,1 0 0,0 1 1,-1 0-1,0 0 1,0 0-1,0 0 0,0 1 1,0 0-1,0 0 1,-1 0-1,1 0 1,-9-2-1,-10-2-251,0 2 1,-1 0-1,1 2 1,-1 0-1,-37 3 1,31 0-6579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27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593 2 24575,'-80'-1'0,"-72"1"0,129 1 0,1 2 0,0 0 0,0 2 0,-35 11 0,49-12 0,1 0 0,-1 0 0,1 0 0,0 1 0,0 1 0,1-1 0,-1 1 0,1 0 0,0 0 0,1 1 0,-9 12 0,-4 11 0,-23 47 0,35-65 0,-5 12 0,1 1 0,1 1 0,1 0 0,1 0 0,2 0 0,0 1 0,0 37 0,4-43 0,1 0 0,1 0 0,1 0 0,1 0 0,1 0 0,0-1 0,2 1 0,0-1 0,2-1 0,9 21 0,-12-33 0,-1 1 0,1-1 0,0 0 0,1-1 0,0 1 0,0-1 0,0 0 0,1-1 0,0 1 0,0-1 0,0-1 0,0 1 0,1-1 0,0 0 0,0-1 0,0 0 0,0 0 0,1-1 0,9 2 0,-12-4 0,0 1 0,0-1 0,0 0 0,0 0 0,0 0 0,0-1 0,0 0 0,0 0 0,0-1 0,0 0 0,0 0 0,0 0 0,-1-1 0,1 1 0,-1-1 0,0-1 0,0 1 0,0-1 0,0 0 0,0 0 0,-1 0 0,0-1 0,0 1 0,0-1 0,-1 0 0,1 0 0,3-9 0,5-11 0,-1 0 0,-1 0 0,-1-1 0,-2-1 0,0 0 0,-2 0 0,-1 0 0,-1 0 0,-1 0 0,-2-1 0,-3-36 0,0 52-45,0 0-1,0 0 1,-1 1-1,-1-1 1,0 1-1,0 0 1,-1 0-1,0 1 1,-1 0-1,0 0 1,-1 0-1,0 1 1,-1 0-1,0 1 1,0-1-1,-1 2 1,1 0-1,-2 0 1,1 0-1,-1 1 1,0 1-1,0 0 1,-1 1-1,1 0 0,-1 0 1,0 1-1,0 1 1,0 0-1,-21 0 1,8 2-6781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28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409 121 24575,'-11'-10'0,"0"1"0,0 0 0,-1 1 0,0 0 0,-23-10 0,-68-26 0,95 41 0,3 1 0,0 0 0,-1 0 0,1 1 0,-1-1 0,0 1 0,1 0 0,-1 1 0,0-1 0,0 1 0,1 0 0,-1 1 0,0-1 0,-8 3 0,10-1 0,0 0 0,1-1 0,-1 1 0,0 1 0,1-1 0,0 1 0,-1-1 0,1 1 0,0 0 0,1 0 0,-1 0 0,0 1 0,1-1 0,0 1 0,-1-1 0,2 1 0,-1 0 0,0-1 0,-1 7 0,-12 35 0,2 1 0,3 1 0,1-1 0,2 1 0,3 1 0,1-1 0,5 57 0,-2-93 0,1 1 0,1-1 0,0 0 0,0 0 0,1 0 0,1 0 0,-1 0 0,2-1 0,0 0 0,0 0 0,10 15 0,-10-19 0,-1-1 0,1 0 0,1 1 0,-1-1 0,1-1 0,0 1 0,0-1 0,0 0 0,1-1 0,-1 1 0,1-1 0,0-1 0,0 1 0,0-1 0,0 0 0,0-1 0,1 1 0,12-1 0,-3 0 0,-1-1 0,1 0 0,-1-2 0,1 0 0,-1-1 0,1 0 0,-1-1 0,0-1 0,-1-1 0,1 0 0,-1-1 0,0 0 0,-1-2 0,0 1 0,0-2 0,-1 0 0,0-1 0,-1 0 0,0 0 0,-1-2 0,0 1 0,18-28 0,-18 21 12,0-1 0,0 0 0,-2-1 0,-1 0 0,-1 0 0,0-1 0,-2 0 0,0 0 0,1-25 0,-5 38-71,0 0-1,-1 0 1,0 0-1,0 0 1,-1 0 0,0 0-1,-1 0 1,0 0-1,0 0 1,-1 1 0,0-1-1,-1 1 1,0 0-1,0 0 1,0 0 0,-1 0-1,-1 1 1,1 0-1,-1 0 1,0 0 0,-1 1-1,1 0 1,-1 0-1,-16-9 1,1 3-6767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29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639 59 24575,'-1'-1'0,"0"-1"0,0 0 0,0 1 0,1-1 0,-1 1 0,-1-1 0,1 1 0,0-1 0,0 1 0,0 0 0,-1 0 0,1 0 0,-1-1 0,1 1 0,-1 1 0,1-1 0,-3-1 0,-30-14 0,8 10 0,-1 1 0,1 2 0,-1 0 0,0 2 0,1 1 0,-37 4 0,-15-1 0,65-2 0,0-1 0,0 2 0,0 0 0,0 1 0,1 0 0,-1 0 0,1 2 0,0-1 0,0 2 0,1-1 0,-1 2 0,1 0 0,0 0 0,-11 10 0,14-10 0,0 1 0,1 0 0,0 0 0,0 1 0,1-1 0,0 2 0,0-1 0,1 0 0,0 1 0,1 0 0,0 0 0,0 1 0,1-1 0,1 1 0,0 0 0,0-1 0,0 14 0,2-14 0,0-1 0,1 0 0,0 0 0,0 0 0,1 0 0,0 0 0,1 0 0,0 0 0,0-1 0,1 0 0,0 1 0,0-1 0,1 0 0,0-1 0,1 1 0,7 8 0,-5-9 0,0 0 0,1 0 0,-1 0 0,1-1 0,1 0 0,-1-1 0,1 0 0,0 0 0,0-1 0,0-1 0,1 0 0,-1 0 0,18 2 0,-12-4 0,-1 0 0,1-1 0,-1-1 0,1-1 0,-1 0 0,0-1 0,0 0 0,0-1 0,0-1 0,0 0 0,-1-1 0,0-1 0,-1 0 0,1-1 0,23-19 0,-20 14 0,-2 0 0,1-2 0,-2 0 0,0-1 0,-1 0 0,0-1 0,-1 0 0,-1-1 0,-1 0 0,-1-1 0,10-28 0,-15 38 17,-1-2 0,-1 1 1,0 0-1,0 0 0,-1-1 0,0-15 0,-1 23-70,0 0 0,0 1 0,-1-1 0,1 0 0,-1 0 0,0 0 0,1 1 0,-1-1 0,0 0 0,-1 1 0,1-1 0,0 1 0,-1-1-1,1 1 1,-1 0 0,0 0 0,0-1 0,0 1 0,0 0 0,0 1 0,0-1 0,-1 0 0,1 1 0,0-1 0,-1 1 0,1 0 0,-5-2 0,-15-3-6773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30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457 0 24575,'-17'1'0,"0"1"0,0 0 0,0 1 0,0 1 0,1 1 0,-1 0 0,1 1 0,0 1 0,-27 16 0,11-3 0,1 1 0,1 2 0,-40 38 0,59-50 0,1 1 0,0-1 0,1 2 0,0 0 0,1 0 0,1 0 0,0 1 0,0 0 0,-6 23 0,11-32 0,0 1 0,1 0 0,0-1 0,0 1 0,0 0 0,0 0 0,1 0 0,0 0 0,0 0 0,1 0 0,-1 0 0,1 0 0,1-1 0,-1 1 0,1 0 0,0-1 0,0 1 0,1-1 0,-1 1 0,1-1 0,1 0 0,-1 0 0,0-1 0,1 1 0,0-1 0,0 0 0,6 5 0,9 4 0,0-1 0,1 0 0,1-2 0,0 0 0,0-2 0,1 0 0,0-1 0,0-1 0,32 4 0,-42-9 0,-1 1 0,1-1 0,-1-1 0,1 0 0,-1-1 0,0 0 0,1-1 0,-1 0 0,0-1 0,0 0 0,0 0 0,0-2 0,-1 1 0,1-1 0,-1-1 0,0 1 0,-1-2 0,1 0 0,-1 0 0,12-13 0,-11 9 0,-1 0 0,0 0 0,-1-1 0,-1 0 0,1-1 0,-2 0 0,0 0 0,7-23 0,-11 29 0,-1 0 0,0 0 0,0 0 0,0 0 0,-1 0 0,0 0 0,-1-1 0,1 1 0,-1 0 0,-1 0 0,1 0 0,-1 0 0,0 1 0,-1-1 0,0 0 0,0 1 0,0 0 0,-1 0 0,-6-9 0,-5-3-195,-2 0 0,1 1 0,-2 1 0,0 0 0,-1 2 0,-21-13 0,-1 2-6631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39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513 182 24575,'-3'-4'0,"1"0"0,-1 1 0,0-1 0,-1 1 0,1 0 0,-1 0 0,1 0 0,-1 1 0,0-1 0,0 1 0,0 0 0,-5-2 0,1-1 0,-3-1 0,-1 1 0,0 0 0,0 1 0,-1 0 0,1 0 0,-1 2 0,0 0 0,-22-1 0,-4 2 0,-62 6 0,95-4 0,0 0 0,0 0 0,1 1 0,-1-1 0,1 1 0,-1 0 0,1 1 0,0 0 0,0-1 0,0 2 0,0-1 0,0 0 0,-5 7 0,2-2 0,1 0 0,0 0 0,0 1 0,1 0 0,1 1 0,-9 16 0,5-4 0,1 1 0,1-1 0,1 1 0,1 0 0,1 1 0,-1 23 0,3-16 0,1 0 0,1-1 0,2 1 0,1-1 0,2 1 0,9 36 0,-12-60 0,0 0 0,1 1 0,0-1 0,0 0 0,1 0 0,-1-1 0,1 1 0,1-1 0,-1 0 0,1 0 0,0 0 0,1 0 0,-1-1 0,1 0 0,0 0 0,1-1 0,-1 0 0,1 0 0,-1 0 0,1-1 0,0 0 0,1 0 0,-1-1 0,0 0 0,1 0 0,-1 0 0,1-1 0,0-1 0,-1 1 0,10-1 0,-7-1 0,-1-1 0,0 0 0,0 0 0,0-1 0,0 0 0,0 0 0,-1-1 0,1 0 0,14-11 0,72-56 0,-76 55 0,-2 2 0,-1-2 0,-1 0 0,0 0 0,-1-2 0,-1 0 0,-1 0 0,0-1 0,-2 0 0,0-1 0,13-38 0,-14 30 0,-2-1 0,0 0 0,-2-1 0,-1 1 0,-1-1 0,-2 1 0,-4-47 0,2 69 0,0 0 0,-1 1 0,0-1 0,0 1 0,0-1 0,-1 1 0,0 0 0,0 0 0,-1 0 0,1 0 0,-1 1 0,-1 0 0,1-1 0,-1 1 0,0 1 0,0-1 0,0 1 0,-1 0 0,1 0 0,-1 1 0,0-1 0,-8-2 0,2 1 0,0 0 0,0 0 0,-1 2 0,0-1 0,0 2 0,0 0 0,0 0 0,0 1 0,0 1 0,-23 2 0,28-1-227,1 1-1,0 0 1,0 0-1,0 1 1,-11 6-1,-3 3-6598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40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30 24575,'-1'1'0,"0"-1"0,0 0 0,0 0 0,0 0 0,1 1 0,-1-1 0,0 1 0,0-1 0,1 0 0,-1 1 0,0-1 0,1 1 0,-1-1 0,0 1 0,1 0 0,-1-1 0,1 1 0,-1 0 0,1-1 0,-1 1 0,1 0 0,0 0 0,-1 0 0,1-1 0,0 1 0,-1 0 0,1 0 0,0 0 0,0-1 0,0 1 0,0 0 0,0 0 0,0 0 0,0 0 0,0 0 0,0 1 0,5 38 0,-3-32 0,2 20 0,1-1 0,1 1 0,2-1 0,0-1 0,2 0 0,1 0 0,1-1 0,20 32 0,-26-48 0,1 0 0,0 0 0,0-1 0,1 0 0,0 0 0,0-1 0,1 0 0,0 0 0,0-1 0,1 0 0,0-1 0,0 0 0,0 0 0,0-1 0,1-1 0,0 0 0,-1 0 0,1-1 0,0 0 0,0-1 0,1 0 0,-1-1 0,18-1 0,-23 0 0,0 0 0,0 0 0,-1-1 0,1 1 0,0-1 0,0-1 0,-1 1 0,1-1 0,-1 0 0,0 0 0,0 0 0,0-1 0,0 0 0,4-4 0,-2 0 0,0-1 0,0 1 0,-1-1 0,0 0 0,0-1 0,-1 1 0,5-15 0,-1 0 0,-2-1 0,0-1 0,-2 1 0,-1-1 0,2-46 0,-5 54 0,0 4 0,-1 1 0,0-1 0,-1 0 0,-3-17 0,3 28 0,0 0 0,1 0 0,-1 1 0,0-1 0,0 0 0,-1 0 0,1 1 0,-1-1 0,1 1 0,-1-1 0,0 1 0,0 0 0,0 0 0,0-1 0,0 1 0,0 1 0,0-1 0,-1 0 0,1 0 0,-1 1 0,0 0 0,1-1 0,-1 1 0,0 0 0,-4-1 0,-8 0 0,0 1 0,0 0 0,0 1 0,0 0 0,1 2 0,-1 0 0,0 0 0,0 1 0,-20 8 0,-18 8 0,-55 27 0,105-44 0,-61 32-1365,44-19-5461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41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312 164 24575,'-73'-2'0,"45"0"0,-1 1 0,0 1 0,0 2 0,-33 6 0,59-8 0,0 1 0,0 0 0,0 0 0,0 0 0,1 1 0,-1-1 0,0 1 0,1-1 0,-1 1 0,1 0 0,0 0 0,-1 0 0,1 0 0,0 1 0,0-1 0,1 1 0,-1-1 0,-2 5 0,1-1 0,1 0 0,0 0 0,0 0 0,1 1 0,0-1 0,0 0 0,0 1 0,1 9 0,1 3 0,0-1 0,2 0 0,0 0 0,1 0 0,10 27 0,-2-14 0,2 0 0,1 0 0,2-2 0,0 0 0,2-1 0,43 49 0,-58-73 0,-1-1 0,0 0 0,1 1 0,0-1 0,0 0 0,0-1 0,0 1 0,0-1 0,1 0 0,-1 0 0,0 0 0,1 0 0,0-1 0,-1 0 0,1 0 0,0 0 0,0 0 0,0-1 0,0 0 0,-1 0 0,1 0 0,0-1 0,0 0 0,0 0 0,-1 0 0,1 0 0,0-1 0,-1 1 0,1-1 0,-1 0 0,0-1 0,0 1 0,7-6 0,5-4 0,-1-1 0,-1-1 0,0 0 0,0-1 0,-2-1 0,20-30 0,1-6 0,-2-1 0,25-63 0,-47 96 0,-1-1 0,-1 0 0,-1 0 0,-1-1 0,-1 1 0,-1-1 0,-1 0 0,0 0 0,-3-29 0,0 44-170,0 0-1,-1-1 0,0 1 1,0 0-1,0 0 0,-1 1 1,-6-12-1,-2 1-6655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42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406 0 24575,'-14'1'0,"0"1"0,0 0 0,0 0 0,0 1 0,1 1 0,-1 1 0,1 0 0,0 0 0,0 1 0,1 1 0,0 0 0,-13 10 0,-5 7 0,0 1 0,2 1 0,-30 35 0,49-51 0,0 0 0,1 1 0,1 0 0,-1 0 0,2 1 0,0 0 0,-8 21 0,12-28 0,1 1 0,-1-1 0,1 1 0,1 0 0,-1-1 0,1 1 0,0 0 0,0-1 0,1 1 0,0 0 0,0-1 0,0 1 0,0-1 0,1 1 0,0-1 0,0 0 0,1 0 0,-1 0 0,1 0 0,4 6 0,2 0 0,1-1 0,-1 0 0,2 0 0,-1-1 0,1-1 0,0 0 0,1 0 0,0-1 0,0-1 0,1 0 0,0 0 0,14 3 0,-8-3 0,1-1 0,-1-1 0,1 0 0,0-2 0,-1 0 0,1-2 0,38-3 0,-51 1 0,0 0 0,0 0 0,0-1 0,0 0 0,-1 0 0,1-1 0,-1 0 0,0 0 0,0 0 0,0-1 0,-1 0 0,0 0 0,7-8 0,3-5 0,0-1 0,21-35 0,-25 36 24,-1-1 0,-1-1 0,-1 0 0,9-34 0,-14 43-159,-1 0 0,0 0 0,-1-1 0,0 1 0,-1 0 0,0 0 0,-1 0 0,0-1 0,0 1 0,-6-16 0,-4-2-6691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43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20 24575,'-3'0'0,"-1"0"0,1 0 0,0 0 0,-1 0 0,1 1 0,0 0 0,-1-1 0,1 1 0,0 0 0,0 0 0,0 1 0,0-1 0,0 1 0,0-1 0,0 1 0,-2 2 0,2-1 0,1 0 0,0 1 0,0-1 0,0 0 0,0 1 0,1-1 0,-1 1 0,1-1 0,0 1 0,0 0 0,0-1 0,1 1 0,-1 7 0,-1 2 0,2-1 0,-1 1 0,1-1 0,1 1 0,0-1 0,1 1 0,0-1 0,8 22 0,-6-26 0,-1 0 0,1-1 0,1 1 0,-1-1 0,1 0 0,1 0 0,-1-1 0,1 0 0,0 0 0,1 0 0,-1-1 0,1 0 0,14 8 0,-9-5 0,0-2 0,1 1 0,-1-2 0,1 0 0,1 0 0,-1-1 0,0-1 0,21 2 0,-27-4 0,0-1 0,0-1 0,0 1 0,0-1 0,0 0 0,0-1 0,0 0 0,-1 0 0,1 0 0,0-1 0,-1 0 0,0 0 0,0-1 0,0 1 0,0-2 0,0 1 0,-1 0 0,7-8 0,0 0 0,-1 0 0,-1 0 0,0-1 0,-1-1 0,0 1 0,-1-1 0,7-19 0,-12 26 0,0 0 0,-1-1 0,0 1 0,0 0 0,-1-1 0,0 0 0,0 1 0,-1-1 0,0 0 0,0 1 0,-1-1 0,0 0 0,0 1 0,-1-1 0,0 1 0,0-1 0,-6-9 0,5 13-76,0 0 1,0 0-1,-1 0 0,1 1 0,-1 0 0,0 0 0,0 0 0,0 0 1,-1 0-1,1 1 0,0 0 0,-1 0 0,0 0 0,0 1 1,1-1-1,-1 1 0,-6 0 0,-20-7-6750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44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360 120 24575,'-4'-1'0,"-1"0"0,1 0 0,0-1 0,0 0 0,0 0 0,0 0 0,0 0 0,0 0 0,-3-4 0,-24-11 0,19 13 0,-85-24 0,89 26 0,-1 0 0,0 1 0,0 0 0,0 1 0,0 0 0,0 0 0,0 0 0,-15 4 0,19-2 0,1-1 0,0 1 0,0 0 0,0-1 0,0 2 0,1-1 0,-1 0 0,1 1 0,-1 0 0,1 0 0,0 0 0,0 0 0,0 0 0,0 1 0,1 0 0,-5 7 0,4-4 0,0 0 0,0 1 0,1-1 0,0 1 0,0-1 0,1 1 0,0 0 0,0 15 0,2-6 0,0 0 0,2 0 0,0 0 0,0-1 0,2 1 0,0-1 0,0 0 0,11 19 0,-8-21 0,0 0 0,1 0 0,1 0 0,0-1 0,22 21 0,-26-29 0,0 0 0,0 0 0,1 0 0,-1-1 0,1 0 0,0-1 0,0 1 0,0-1 0,1 0 0,-1-1 0,1 0 0,-1 0 0,1-1 0,10 1 0,-6-1 0,0-1 0,0 0 0,1-1 0,-1-1 0,0 0 0,20-6 0,-25 5 0,0 0 0,0-1 0,0 1 0,0-2 0,-1 1 0,0-1 0,0 0 0,0 0 0,0 0 0,-1-1 0,8-10 0,-1-1 14,0-1-1,-2 0 0,0-1 0,-1 0 1,0-1-1,-2 1 0,0-2 1,4-23-1,-9 31-112,1 0 0,-2 0 0,0 0 0,0 0 0,-1 0 0,-1 0 0,0 0 0,-1 0 0,0 0 0,-1 0 0,-1 1 0,0-1 0,0 1 0,-8-14 0,-4 0-6727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49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513 58 24575,'0'-8'0,"0"7"0,1-1 0,-1 1 0,0 0 0,0 0 0,0-1 0,0 1 0,0 0 0,0 0 0,0-1 0,0 1 0,-1 0 0,1 0 0,0 0 0,-1-1 0,1 1 0,-1 0 0,0 0 0,1 0 0,-1 0 0,0 0 0,1 0 0,-1 0 0,0 0 0,0 0 0,0 0 0,0 1 0,0-1 0,0 0 0,0 0 0,0 1 0,0-1 0,0 1 0,0-1 0,-1 1 0,1-1 0,0 1 0,0 0 0,0 0 0,-1 0 0,-1-1 0,-14-3 0,0 1 0,-1 0 0,0 1 0,1 1 0,-1 1 0,-35 4 0,40-3 0,1 2 0,-1-1 0,0 2 0,1 0 0,0 0 0,0 1 0,0 0 0,0 1 0,1 1 0,-13 9 0,5-1 0,2 2 0,-1 0 0,2 1 0,0 0 0,1 2 0,-23 40 0,31-49 0,2 0 0,-1 1 0,2 0 0,-1-1 0,2 2 0,0-1 0,0 0 0,1 1 0,0-1 0,1 1 0,1-1 0,0 1 0,1 0 0,0-1 0,4 16 0,-4-24 0,0-1 0,1 1 0,0-1 0,0 0 0,0 1 0,0-1 0,0 0 0,0 0 0,1 0 0,0-1 0,-1 1 0,1-1 0,0 1 0,0-1 0,1 0 0,-1 0 0,0 0 0,1-1 0,-1 1 0,1-1 0,5 2 0,9 2 0,0-1 0,1-1 0,21 1 0,-24-2 0,0-1 0,-1 0 0,1-1 0,0-1 0,0-1 0,-1 0 0,1-1 0,-1-1 0,0 0 0,0-1 0,0 0 0,15-9 0,-23 10 0,0 1 0,0-1 0,-1-1 0,1 1 0,-1-1 0,0 0 0,0-1 0,-1 1 0,0-1 0,0 0 0,0-1 0,-1 1 0,1-1 0,-2 0 0,1 0 0,-1 0 0,0 0 0,0-1 0,-1 1 0,0-1 0,-1 0 0,1 1 0,-1-1 0,-1-9 0,0 11 0,-1-1 0,-1 1 0,1 0 0,-1 0 0,0-1 0,0 1 0,-1 0 0,0 1 0,0-1 0,0 0 0,-1 1 0,0 0 0,0 0 0,0 0 0,-1 0 0,1 1 0,-1-1 0,0 1 0,0 0 0,-1 1 0,1-1 0,-9-2 0,-13-8 0,-2 1 0,0 1 0,-37-9 0,61 19 0,-14-3-455,0 0 0,-31-2 0,27 5-6371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54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0 460 24575,'30'28'0,"0"-1"0,2-2 0,49 29 0,-73-50 0,1 0 0,0 0 0,0-1 0,0-1 0,0 1 0,0-1 0,1-1 0,-1 0 0,1 0 0,-1-1 0,1 0 0,13-2 0,-15 1 0,-1 0 0,1 0 0,-1-1 0,0 0 0,0 0 0,0 0 0,0-1 0,0 0 0,0-1 0,-1 0 0,1 0 0,-1 0 0,0-1 0,0 1 0,10-12 0,-10 6 0,-1 0 0,0-1 0,0 1 0,-1-1 0,0 0 0,-1 0 0,0 0 0,-1 0 0,0-1 0,-1 1 0,0-1 0,0 1 0,-2-1 0,1 1 0,-3-13 0,-4-16 0,-1 0 0,-24-73 0,29 105 0,0-1 0,-1 1 0,0-1 0,0 1 0,-1 1 0,0-1 0,0 0 0,0 1 0,-1 0 0,-11-9 0,6 7 0,-1 1 0,0 0 0,0 1 0,0 1 0,-1 0 0,-16-5 0,13 5 24,0 1 0,-1 0 0,1 1 0,-21-1 0,31 4-117,0 1 0,1-1 1,-1 1-1,0 1 0,0-1 0,1 1 0,-1 0 0,0 0 1,1 1-1,-1-1 0,1 1 0,0 1 0,0-1 1,-1 1-1,-8 6 0,-2 7-6733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55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1 259 24575,'-1'5'0,"1"1"0,1 0 0,-1-1 0,1 1 0,0-1 0,0 1 0,1-1 0,0 0 0,0 1 0,0-1 0,0 0 0,1 0 0,0 0 0,0-1 0,0 1 0,1-1 0,-1 0 0,9 8 0,-3-6 0,0 0 0,0 0 0,1-1 0,0 0 0,0-1 0,0 0 0,0-1 0,20 5 0,3 0 0,-13-2 0,1-1 0,0-1 0,0-1 0,23 0 0,-39-3 0,0 0 0,0 0 0,1-1 0,-1 0 0,0 0 0,0 0 0,0 0 0,-1-1 0,1 0 0,0 0 0,-1 0 0,1-1 0,-1 1 0,1-1 0,-1 0 0,0 0 0,0-1 0,-1 1 0,1-1 0,-1 0 0,0 0 0,4-5 0,9-23 0,0 0 0,-3 0 0,14-49 0,-2 7 0,-22 67 0,0 0 0,0-1 0,-1 1 0,0-1 0,-1 0 0,0 1 0,0-1 0,-1-15 0,0 20 0,-1 1 0,0-1 0,0 1 0,0-1 0,0 1 0,0 0 0,0 0 0,-1 0 0,1-1 0,-1 1 0,1 1 0,-1-1 0,0 0 0,0 0 0,0 1 0,0-1 0,0 1 0,0-1 0,0 1 0,-1 0 0,1 0 0,0 0 0,-1 0 0,1 0 0,-1 0 0,1 1 0,-1-1 0,1 1 0,-1 0 0,-3 0 0,-37-3 26,-80 5 0,46 1-1443,55-3-5409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56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491 56 24575,'0'-2'0,"0"0"0,-1 0 0,1 0 0,0 1 0,-1-1 0,1 0 0,-1 0 0,1 0 0,-1 1 0,0-1 0,0 0 0,0 1 0,0-1 0,0 1 0,0-1 0,0 1 0,0-1 0,-1 1 0,1 0 0,0 0 0,-1 0 0,-1-2 0,-2 1 0,0-1 0,0 1 0,0 0 0,0 1 0,0-1 0,0 1 0,-10-1 0,-7 0 0,0 1 0,-40 5 0,36 1 0,1 0 0,0 2 0,1 1 0,-1 1 0,2 1 0,-1 1 0,1 2 0,-38 26 0,56-36 0,1 1 0,-1 1 0,1-1 0,0 1 0,0-1 0,0 1 0,0 1 0,1-1 0,0 0 0,0 1 0,0-1 0,1 1 0,0 0 0,0 0 0,1 0 0,-1 0 0,1 0 0,0 0 0,1 10 0,-1-1 0,1 1 0,1-1 0,0 0 0,1 0 0,1 0 0,9 29 0,-9-37 0,1 1 0,0-1 0,0 0 0,1 0 0,0-1 0,0 1 0,1-1 0,0 0 0,0-1 0,0 1 0,0-1 0,14 8 0,-12-8 0,1 0 0,-1-1 0,1 0 0,0 0 0,1-1 0,-1 0 0,0 0 0,1-1 0,0 0 0,14 0 0,-21-2 0,0-1 0,-1 0 0,1 1 0,0-1 0,-1 0 0,1 0 0,-1 0 0,1-1 0,-1 1 0,1-1 0,-1 1 0,0-1 0,0 0 0,0 0 0,0 0 0,0 0 0,0 0 0,0 0 0,-1-1 0,1 1 0,-1 0 0,1-1 0,-1 1 0,1-5 0,5-9 0,-1-1 0,6-32 0,-6 25 0,-1 0-341,-1 1 0,-1-1-1,1-40 1,-4 37-6485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57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386 182 24575,'-1'-7'0,"0"0"0,0 0 0,0 0 0,-1 0 0,0 0 0,0 0 0,-1 0 0,0 0 0,0 1 0,-1-1 0,0 1 0,0 0 0,0 0 0,-1 1 0,0-1 0,0 1 0,0 0 0,-8-6 0,4 5 0,1 0 0,-1 0 0,0 0 0,-1 1 0,1 1 0,-1-1 0,0 2 0,0-1 0,0 1 0,0 1 0,-21-3 0,24 5 0,1 0 0,0 0 0,-1 0 0,1 1 0,-1 0 0,1 0 0,0 0 0,0 1 0,-1 0 0,1 0 0,0 1 0,1-1 0,-1 1 0,0 1 0,1-1 0,0 1 0,0 0 0,0 0 0,0 0 0,1 1 0,-1 0 0,1 0 0,-5 7 0,3 0 0,0 0 0,0 0 0,1 1 0,1-1 0,0 1 0,1 0 0,1 0 0,0 1 0,0-1 0,1 20 0,1-25 0,-2 43 0,10 87 0,-5-121 0,0-1 0,1 1 0,1-1 0,0 0 0,1 0 0,1 0 0,0-1 0,1 0 0,11 15 0,-2-9 0,1-1 0,1 0 0,1-1 0,0-1 0,1-1 0,1-1 0,1 0 0,0-2 0,1-1 0,0-1 0,1-1 0,0-1 0,1-1 0,0-1 0,1-2 0,-1 0 0,1-2 0,0-1 0,1-1 0,46-3 0,-69 0 0,0 0 0,0-1 0,0 1 0,0-1 0,-1 0 0,1 0 0,0-1 0,-1 1 0,0-1 0,1 0 0,-1-1 0,0 1 0,-1-1 0,1 1 0,-1-1 0,1 0 0,-1 0 0,0-1 0,0 1 0,3-10 0,5-9 0,-2-1 0,0 0 0,5-29 0,0 3 0,-6 25 15,-2 1 0,-1-1 0,0 0 0,-2 0 0,-1 0 0,-1 0 0,-4-43 0,2 53-114,-2 0 0,0 0 0,0 0 0,-2 1 0,1 0 0,-2 0 0,0 0 0,-1 0 0,0 1 0,-1 0 0,0 1 0,-1 0 0,-1 0 0,-12-12 0,3 7-6727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0:59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3 24575,'-45'-1'0,"27"0"0,-1 0 0,0 1 0,1 2 0,-25 3 0,38-4 0,0 1 0,0-1 0,0 1 0,1 0 0,-1 0 0,1 1 0,-1-1 0,1 1 0,0 0 0,0 0 0,0 0 0,0 1 0,1-1 0,-1 1 0,1 0 0,0 0 0,0 0 0,0 0 0,1 1 0,-4 7 0,-2 9 0,1 1 0,1 0 0,1 0 0,1 0 0,-1 36 0,3-3 0,6 63 0,-3-109 0,0 1 0,1-1 0,0 1 0,0-1 0,1 0 0,0 0 0,1 0 0,0 0 0,0-1 0,1 0 0,0 0 0,1 0 0,0 0 0,0-1 0,0 0 0,1 0 0,0 0 0,11 7 0,-6-6 0,0-1 0,1 0 0,-1-1 0,1 0 0,1-1 0,-1 0 0,1-1 0,-1-1 0,1 0 0,0-1 0,24 1 0,-12-2 0,0-1 0,0-2 0,0 0 0,0-2 0,-1 0 0,32-11 0,-41 9 0,-1-1 0,1 0 0,-2-1 0,1 0 0,-1-1 0,0-1 0,-1 0 0,0-1 0,-1-1 0,19-21 0,-20 19 0,-1 0 0,0 0 0,-1-1 0,-1 0 0,0-1 0,7-21 0,-12 27 0,1-1 0,-2 0 0,1 0 0,-2 0 0,1 0 0,-2 0 0,1-1 0,-2 1 0,1 0 0,-5-20 0,4 27-124,0 1 0,-1-1 0,1 1 0,-1 0 0,0-1 0,0 1-1,0 0 1,0 0 0,-1 0 0,-4-4 0,-11-9-6702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00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538 1 24575,'-17'0'0,"-1"1"0,1 0 0,0 2 0,0 0 0,0 1 0,0 0 0,1 2 0,-1 0 0,1 0 0,1 2 0,-17 9 0,-125 79 0,137-82 0,0 1 0,1 1 0,1 1 0,1 0 0,-23 29 0,36-42 0,1 1 0,0-1 0,0 1 0,1-1 0,-1 1 0,1 0 0,0 0 0,0 1 0,0-1 0,1 0 0,0 0 0,0 1 0,0-1 0,1 1 0,0-1 0,0 0 0,0 1 0,1-1 0,-1 1 0,1-1 0,1 0 0,-1 1 0,1-1 0,0 0 0,4 8 0,-2-6 0,1 0 0,1-1 0,-1 1 0,1-1 0,0 0 0,1 0 0,0-1 0,0 0 0,0 0 0,0-1 0,0 1 0,1-2 0,0 1 0,0-1 0,13 3 0,10 3 0,0-2 0,0-1 0,1-2 0,0-1 0,-1-2 0,57-4 0,-82 2 0,-1 0 0,0 0 0,0-1 0,0 0 0,0 0 0,0 0 0,-1-1 0,1 1 0,-1-1 0,1 0 0,-1-1 0,0 1 0,0-1 0,0 1 0,-1-1 0,1 0 0,-1-1 0,0 1 0,0-1 0,3-7 0,5-10 0,-2 0 0,0-1 0,7-29 0,-11 33 0,47-186-1365,-47 178-5461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01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50 184 24575,'0'0'0,"-1"0"0,1 0 0,0 0 0,-1 0 0,1 0 0,0 1 0,-1-1 0,1 0 0,0 0 0,-1 0 0,1 0 0,0 0 0,-1 0 0,1 0 0,-1 0 0,1 0 0,0 0 0,-1-1 0,1 1 0,0 0 0,-1 0 0,1 0 0,0 0 0,-1 0 0,1-1 0,0 1 0,0 0 0,-1 0 0,1-1 0,0 1 0,0 0 0,-1 0 0,1-1 0,0 1 0,0 0 0,-1-1 0,1 1 0,0 0 0,0-1 0,0 1 0,0 0 0,0-1 0,0 1 0,0 0 0,0-1 0,-1 0 0,-4 11 0,0 0 0,0 0 0,1 0 0,0 0 0,1 1 0,0 0 0,1-1 0,0 1 0,0 0 0,1 0 0,1 0 0,0 0 0,0 0 0,1 1 0,1-2 0,0 1 0,0 0 0,1 0 0,0-1 0,1 1 0,0-1 0,1 0 0,9 14 0,-4-8 0,0 0 0,2-1 0,0-1 0,0 0 0,1-1 0,1 0 0,0-1 0,1 0 0,1-1 0,-1-1 0,1 0 0,1-2 0,19 9 0,-11-8 0,1 0 0,0-2 0,0 0 0,0-2 0,1-1 0,0-2 0,0 0 0,-1-1 0,1-2 0,0-1 0,0-1 0,41-10 0,-64 11 0,1 0 0,-1 0 0,1-1 0,-1 1 0,0-1 0,0 0 0,0 0 0,0 0 0,0-1 0,-1 1 0,1-1 0,-1 0 0,0 0 0,0 0 0,-1-1 0,1 1 0,-1-1 0,0 1 0,0-1 0,-1 0 0,1 1 0,-1-1 0,0 0 0,1-9 0,0-8 0,-1 0 0,-1-1 0,0 1 0,-5-26 0,2 27 0,-1 1 0,-1 0 0,-1 0 0,-1 0 0,-1 1 0,0 0 0,-1 0 0,-2 1 0,1 0 0,-2 1 0,0 1 0,-1-1 0,-1 2 0,-1 0 0,0 1 0,0 0 0,-2 1 0,1 1 0,-2 1 0,1 0 0,-2 1 0,1 1 0,-1 1 0,-1 0 0,1 2 0,-1 0 0,-1 1 0,1 1 0,-24-1 0,22 3-227,1 1-1,-1 2 1,0 0-1,0 1 1,-26 7-1,10 3-6598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02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25 167 24575,'-21'53'0,"20"-45"0,0 0 0,0 0 0,1 1 0,-1-1 0,2 0 0,-1 0 0,1 0 0,1 0 0,-1 0 0,1 0 0,1 0 0,-1-1 0,1 1 0,7 11 0,-4-9 0,1-1 0,0 1 0,0-2 0,1 1 0,1-1 0,-1 0 0,1 0 0,0-1 0,15 8 0,-3-3 0,2-1 0,-1-1 0,1-1 0,1-1 0,-1-1 0,1-2 0,1 0 0,-1-1 0,29 1 0,-43-5 0,-1 0 0,0 0 0,0-1 0,0 0 0,0-1 0,0 0 0,0 0 0,-1-1 0,1 0 0,-1-1 0,1 1 0,-1-2 0,0 1 0,-1-1 0,1 0 0,-1-1 0,0 0 0,0 0 0,-1 0 0,0-1 0,6-8 0,-2 1 0,-2-1 0,0 0 0,0-1 0,-1 1 0,-1-2 0,-1 1 0,0 0 0,-1-1 0,-1 0 0,1-25 0,-2 20-170,-1 0-1,-2 0 0,0 1 1,-1-1-1,-2 0 0,0 1 1,-9-28-1,3 17-6655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03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755 48 24575,'-39'0'0,"-124"6"0,141-4 0,0 2 0,1 0 0,0 2 0,0 0 0,-32 16 0,-6 5 0,2 3 0,1 3 0,2 2 0,-91 75 0,144-109 0,-1 1 0,0-1 0,1 0 0,0 0 0,-1 1 0,1-1 0,0 0 0,-1 1 0,1-1 0,0 1 0,0 0 0,0-1 0,1 1 0,-1 0 0,0 0 0,1 0 0,-1-1 0,1 1 0,-1 0 0,1 0 0,0 0 0,0 0 0,0 0 0,0 0 0,0 0 0,0-1 0,1 1 0,-1 0 0,0 0 0,1 0 0,0 0 0,-1 0 0,1-1 0,1 3 0,1-1 0,0 0 0,0 0 0,0 0 0,1-1 0,-1 1 0,1-1 0,-1 0 0,1 0 0,0 0 0,0 0 0,0-1 0,0 0 0,0 1 0,0-2 0,4 2 0,12 1 0,0 0 0,-1-2 0,1 0 0,0-1 0,0-1 0,31-5 0,-44 5 0,-1-1 0,1 1 0,-1-1 0,1-1 0,-1 1 0,0-1 0,0 0 0,0-1 0,-1 1 0,1-1 0,-1 0 0,0 0 0,0-1 0,0 0 0,0 0 0,-1 0 0,0 0 0,0-1 0,-1 1 0,1-1 0,-1 0 0,4-11 0,24-65 0,-17 46 0,-1 0 0,15-65 0,-28 98-72,1 0 1,0-1-1,-1 1 0,0 0 0,1 0 0,-1 0 0,0 0 0,-1 0 1,1-1-1,-1 1 0,1 0 0,-1 0 0,0 0 0,0 0 0,0 0 1,-1 0-1,1 0 0,-2-2 0,-8-6-6754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04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332 3 24575,'-47'-1'0,"22"0"0,-1 1 0,-39 5 0,57-4 0,0 1 0,0 0 0,0 0 0,0 1 0,1 0 0,-1 0 0,1 1 0,0 0 0,0 0 0,1 1 0,-1 0 0,-7 7 0,7-5 0,1-1 0,0 1 0,1 0 0,-1 1 0,1 0 0,1-1 0,-1 1 0,2 1 0,-1-1 0,1 1 0,0-1 0,0 1 0,1 0 0,1 0 0,-1 0 0,1 18 0,2-19 0,-1 0 0,1-1 0,1 1 0,0-1 0,0 1 0,0-1 0,1 0 0,0 0 0,0 0 0,1 0 0,0 0 0,0-1 0,1 0 0,0 0 0,0 0 0,0 0 0,1-1 0,-1 0 0,1 0 0,10 6 0,-2-3 0,0 0 0,1-1 0,0 0 0,0-2 0,1 1 0,0-2 0,-1 0 0,1-1 0,1-1 0,-1 0 0,0-1 0,23-2 0,-27 1 0,-1-1 0,0-1 0,1 0 0,-1 0 0,0-1 0,0-1 0,-1 0 0,1 0 0,-1-1 0,0 0 0,0-1 0,0 0 0,-1-1 0,0 0 0,0 0 0,-1-1 0,0 0 0,11-14 0,-14 13-47,0 0 0,-1 0 0,0 0 0,-1 0 0,0-1 0,0 1 0,-1-1 0,0 0 0,-1 1-1,0-1 1,0 0 0,-1 0 0,-1 0 0,1 0 0,-2 0 0,1 0 0,-1 1 0,-1-1 0,0 1 0,0-1 0,-1 1 0,0 0-1,-1 0 1,1 1 0,-2-1 0,1 1 0,-1 0 0,-14-13 0,5 9-6779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05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499 0 24575,'-30'0'0,"0"1"0,-42 8 0,57-6 0,0 1 0,1 0 0,0 1 0,0 1 0,1 0 0,-26 16 0,2 1 0,0 2 0,2 2 0,1 1 0,-52 56 0,84-82 0,1-1 0,0 0 0,0 1 0,0-1 0,0 1 0,0-1 0,0 1 0,0-1 0,1 1 0,-1 0 0,1-1 0,-1 1 0,1 0 0,-1 0 0,1-1 0,0 1 0,0 0 0,0 0 0,0 0 0,0-1 0,0 1 0,1 0 0,0 3 0,0-3 0,1 1 0,-1-1 0,1 1 0,0-1 0,0 0 0,0 0 0,0 0 0,0 0 0,1 0 0,-1 0 0,1 0 0,-1-1 0,4 2 0,11 5 0,0-1 0,1-1 0,31 7 0,-38-11 0,43 9 0,0-2 0,1-3 0,0-2 0,0-2 0,79-9 0,-130 7 0,-1-1 0,1 1 0,-1-1 0,1 0 0,-1 0 0,0 0 0,0 0 0,1-1 0,-1 1 0,0-1 0,0 0 0,0 0 0,-1 0 0,1 0 0,0-1 0,-1 1 0,1-1 0,-1 1 0,0-1 0,0 0 0,0 0 0,0 0 0,-1 0 0,1 0 0,-1 0 0,1-1 0,-1 1 0,0 0 0,-1-1 0,2-4 0,0-9 0,-1-1 0,-1 0 0,0 1 0,-5-32 0,3 36 0,0 4-72,-1-1-1,0 0 1,-1 0-1,0 1 0,0 0 1,-1 0-1,0 0 1,-1 0-1,0 1 0,0 0 1,-1 0-1,0 1 1,0 0-1,-13-9 1,16 11-205,-13-11-6549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06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29 24575,'-2'1'0,"0"0"0,1-1 0,-1 1 0,1 0 0,-1 1 0,1-1 0,-1 0 0,1 0 0,0 1 0,-1-1 0,1 1 0,0-1 0,0 1 0,0-1 0,0 1 0,0 0 0,1 0 0,-1-1 0,0 1 0,0 2 0,-13 39 0,9-12 0,0 2 0,2-1 0,2 0 0,3 53 0,0-15 0,-2-63 0,0 0 0,1-1 0,-1 1 0,2 0 0,-1-1 0,1 1 0,0-1 0,0 0 0,0 0 0,1 1 0,0-2 0,0 1 0,1 0 0,0-1 0,4 6 0,-1-4 0,-1-1 0,1-1 0,0 1 0,0-1 0,1 0 0,0-1 0,-1 0 0,2 0 0,-1 0 0,10 2 0,7 0 0,1-1 0,-1-1 0,1-1 0,0-2 0,0 0 0,48-5 0,-46-2 0,0 0 0,-1-2 0,1-1 0,-2-1 0,1-1 0,36-22 0,-59 31 0,-1 1 0,0-1 0,1 0 0,-1 0 0,0-1 0,0 1 0,0-1 0,0 1 0,-1-1 0,1 0 0,-1 0 0,1 0 0,-1 0 0,0 0 0,0-1 0,-1 1 0,1-1 0,-1 1 0,0-1 0,0 0 0,0 1 0,0-1 0,0 0 0,-1 0 0,0 0 0,0 0 0,0 1 0,0-1 0,0 0 0,-1 0 0,0 0 0,0 1 0,0-1 0,0 0 0,0 1 0,-1-1 0,-3-6 0,-3-4 0,-1 1 0,0-1 0,0 2 0,-1-1 0,-1 1 0,0 1 0,-24-20 0,-4 3 0,-1 1 0,-1 1 0,-1 3 0,-1 1 0,-2 3 0,1 1 0,-2 2 0,0 2 0,-1 3 0,0 1 0,-1 2 0,0 3 0,0 1 0,-79 5 0,91 4-1365,10 1-5461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08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336 0 24575,'-5'1'0,"1"0"0,-1 0 0,0 0 0,1 0 0,-1 1 0,1 0 0,0 0 0,-1 0 0,1 1 0,0-1 0,-4 4 0,-43 37 0,48-40 0,-67 55 0,46-40 0,1 1 0,1 1 0,0 1 0,-18 23 0,37-37 0,-1-1 0,1 1 0,1-1 0,-1 1 0,1 0 0,0 0 0,1 0 0,-1 0 0,1 0 0,0 14 0,6 72 0,-4-89 0,0 0 0,0 0 0,0 0 0,1 0 0,0 0 0,-1 0 0,1 0 0,0-1 0,1 1 0,-1-1 0,1 1 0,0-1 0,-1 0 0,1 0 0,1 0 0,-1-1 0,0 1 0,1-1 0,-1 1 0,1-1 0,0 0 0,0-1 0,-1 1 0,1-1 0,0 1 0,1-1 0,-1 0 0,0-1 0,0 1 0,0-1 0,1 0 0,4 0 0,-1 1 0,-1-1 0,1-1 0,0 1 0,0-1 0,-1-1 0,1 1 0,0-1 0,-1 0 0,0-1 0,1 0 0,-1 0 0,0-1 0,-1 0 0,1 0 0,-1 0 0,12-11 0,-11 6 14,0-1-1,-1 0 0,0 0 0,-1 0 1,0-1-1,0 0 0,-1 0 1,4-19-1,-3 7-384,-1-1-1,-1 0 1,1-29 0,-4 32-6455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09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503 1 24575,'-27'0'0,"-8"-1"0,-63 8 0,85-5 0,-1 1 0,1 1 0,1 0 0,-1 0 0,0 1 0,1 1 0,0 0 0,-12 9 0,-3 4 0,0 2 0,-38 38 0,52-46 0,1 0 0,0 0 0,2 2 0,-1-1 0,2 1 0,-13 27 0,20-39 0,1 1 0,0-1 0,0 1 0,0-1 0,0 1 0,0 0 0,1-1 0,0 1 0,-1 0 0,1 0 0,1-1 0,-1 1 0,1 0 0,-1-1 0,1 1 0,0 0 0,0-1 0,1 1 0,-1-1 0,4 6 0,-2-4 0,1-1 0,0 1 0,0-1 0,0 0 0,1 0 0,0 0 0,-1-1 0,1 1 0,0-1 0,1 0 0,10 4 0,-4-3 0,-1 0 0,1-1 0,0 0 0,1 0 0,-1-1 0,0-1 0,0 0 0,1-1 0,-1-1 0,1 1 0,-1-2 0,15-3 0,-8-4 0,0 0 0,-1-2 0,0 0 0,-1-1 0,0 0 0,-1-2 0,26-27 0,10-7 0,35-19 0,-56 46 0,-2-2 0,-1-1 0,48-52 0,-60 53-1365,-3 3-5461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10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204 204 24575,'-12'0'0,"1"0"0,-1 1 0,1 0 0,0 1 0,-1 0 0,1 1 0,0 0 0,1 1 0,-14 6 0,18-7 0,1 0 0,0 1 0,0 0 0,0 0 0,0 0 0,1 1 0,0-1 0,0 1 0,0 0 0,0 0 0,1 1 0,0-1 0,0 1 0,0 0 0,1-1 0,-1 1 0,2 0 0,-3 8 0,2-4 0,1 0 0,0 0 0,0 0 0,1 1 0,0-1 0,1 0 0,0 0 0,0 0 0,1 0 0,1 0 0,0 0 0,0-1 0,1 1 0,0-1 0,0 0 0,9 13 0,-10-18 0,0 0 0,0 0 0,0 0 0,1-1 0,0 1 0,-1-1 0,1 0 0,1 0 0,-1 0 0,0 0 0,1-1 0,-1 0 0,1 0 0,0 0 0,-1 0 0,1-1 0,0 0 0,0 0 0,0 0 0,0-1 0,0 1 0,0-1 0,0-1 0,0 1 0,1-1 0,-1 1 0,-1-1 0,1-1 0,0 1 0,0-1 0,0 0 0,-1 0 0,1 0 0,5-4 0,-1 0 0,0 0 0,0-1 0,-1 1 0,0-2 0,-1 1 0,0-1 0,0 0 0,0 0 0,-1-1 0,-1 0 0,1 0 0,-1-1 0,5-13 0,5-17 0,-2-1 0,8-42 0,-8 31 0,-11 48 0,-1-1 0,0 0 0,1 0 0,-2 1 0,1-1 0,0 0 0,-1 0 0,0 0 0,0 0 0,-1 0 0,1 0 0,-1 0 0,0 1 0,0-1 0,-1 0 0,1 0 0,-1 1 0,0-1 0,0 1 0,-1 0 0,1-1 0,-1 1 0,0 0 0,0 1 0,-1-1 0,1 0 0,-1 1 0,1 0 0,-1 0 0,0 0 0,0 0 0,-9-3 0,-4-4-195,0 2 0,-1 0 0,0 1 0,0 0 0,-1 2 0,-30-6 0,26 8-6631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12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511 230 24575,'0'-2'0,"-1"0"0,1 0 0,-1 1 0,1-1 0,-1 0 0,0 0 0,0 0 0,0 1 0,0-1 0,0 0 0,0 1 0,-1-1 0,1 1 0,0-1 0,-1 1 0,1 0 0,-3-2 0,-34-23 0,17 12 0,-47-52 0,53 49 0,-2 1 0,-28-24 0,41 37 0,-1 1 0,0-1 0,1 1 0,-1 0 0,0 1 0,0-1 0,0 1 0,0 0 0,-1 0 0,1 0 0,0 1 0,0 0 0,-1 0 0,1 0 0,0 1 0,0-1 0,0 1 0,0 1 0,0-1 0,0 1 0,0 0 0,0 0 0,0 0 0,1 0 0,-1 1 0,1 0 0,-6 4 0,-5 5 0,-1 0 0,1 1 0,1 1 0,1 0 0,-24 32 0,32-37 0,0 0 0,1 1 0,0-1 0,1 1 0,0 0 0,0 0 0,1 0 0,0 0 0,1 0 0,0 1 0,1-1 0,0 0 0,1 1 0,0-1 0,0 0 0,3 11 0,-2-14 0,0 1 0,1-1 0,-1 0 0,1 0 0,1 0 0,-1 0 0,1-1 0,0 1 0,1-1 0,5 6 0,-7-9 0,1 1 0,-1-1 0,1 0 0,0-1 0,0 1 0,0-1 0,0 1 0,1-1 0,-1 0 0,1-1 0,-1 1 0,1-1 0,-1 0 0,1 0 0,0 0 0,8-1 0,3-2 0,-1-1 0,1 0 0,-1-1 0,0-1 0,0-1 0,-1 0 0,0-1 0,0 0 0,15-11 0,12-5 0,-31 19 0,10-6 0,0-1 0,-1 0 0,0-2 0,18-15 0,-31 24 0,-1-2 0,0 1 0,-1 0 0,1-1 0,-1 0 0,0 0 0,-1-1 0,1 1 0,-1-1 0,-1 1 0,1-1 0,-1 0 0,0 0 0,0 0 0,-1 0 0,1-13 0,-2-6-1365,0 4-5461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31:13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463 1 24575,'-41'2'0,"1"2"0,-1 2 0,1 2 0,1 2 0,0 1 0,-59 25 0,90-33 0,-1 0 0,1 1 0,0 0 0,1 1 0,-1 0 0,1 0 0,0 1 0,0-1 0,0 1 0,-11 14 0,14-13 0,0 0 0,1 0 0,-1 0 0,1 0 0,1 1 0,-1-1 0,1 1 0,0 0 0,1-1 0,0 1 0,0 0 0,1 13 0,0 9 0,-1-5 0,2-1 0,5 45 0,-4-61 0,0-1 0,0 1 0,0-1 0,1 0 0,0 0 0,1 0 0,0 0 0,0 0 0,0-1 0,0 0 0,1 0 0,0 0 0,7 6 0,3 2 0,0-1 0,1 0 0,1-2 0,0 1 0,32 14 0,-44-23 0,0-2 0,0 1 0,-1 0 0,1-1 0,0 0 0,0 0 0,1-1 0,-1 1 0,0-1 0,0 0 0,0-1 0,0 1 0,0-1 0,0 0 0,0 0 0,0-1 0,0 1 0,0-1 0,0 0 0,-1 0 0,1-1 0,-1 1 0,0-1 0,0 0 0,1 0 0,-2-1 0,8-6 0,-2 0 0,-1-1 0,0 1 0,-1-1 0,0-1 0,0 1 0,-1-1 0,-1 0 0,0-1 0,-1 1 0,4-19 0,-4 10 0,-1-1 0,-1 0 0,-1 0 0,0 0 0,-5-34 0,1 45-46,0 0 1,-1 1-1,0-1 0,0 1 0,-1-1 0,0 2 1,-1-1-1,0 0 0,-1 1 0,-12-13 0,6 5-815,1 1-5965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9:57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536 193 24575,'-53'-12'0,"8"1"0,23 9 0,0 0 0,-1 2 0,-35 3 0,49-1 0,0 0 0,0 0 0,0 0 0,1 1 0,-1 1 0,1 0 0,0 0 0,0 0 0,0 1 0,0 0 0,-10 10 0,-3 4 0,2 1 0,0 1 0,1 1 0,2 0 0,0 1 0,1 1 0,-13 30 0,19-35 0,1 1 0,0 0 0,2 0 0,1 0 0,0 1 0,1 0 0,2 0 0,0 0 0,1 0 0,2 25 0,0-42 0,-1 0 0,1-1 0,0 1 0,0 0 0,0-1 0,0 1 0,1-1 0,-1 1 0,1-1 0,0 0 0,0 0 0,0 0 0,0 0 0,1 0 0,-1 0 0,1-1 0,0 1 0,0-1 0,0 1 0,0-1 0,0 0 0,0 0 0,1-1 0,-1 1 0,0-1 0,1 0 0,0 1 0,-1-2 0,1 1 0,5 0 0,11 2 0,1-2 0,-1-1 0,0 0 0,31-5 0,-31 3 0,2-1 0,0-1 0,0 0 0,-1-2 0,0 0 0,0-1 0,-1-2 0,0 0 0,0-1 0,-1-1 0,0 0 0,-1-2 0,0 0 0,-1-1 0,19-20 0,-29 26 0,-1 0 0,0-1 0,-1 1 0,1-1 0,-2 0 0,1-1 0,-1 1 0,-1-1 0,0 1 0,0-1 0,-1 0 0,0 0 0,0-1 0,-2 1 0,1 0 0,-1 0 0,-2-15 0,0 11 0,-1 0 0,-1 1 0,-1 0 0,1 0 0,-2 0 0,0 1 0,0-1 0,-1 1 0,-1 1 0,0-1 0,-1 2 0,-13-15 0,-16-11-273,-1 1 0,-2 3 0,-1 0 0,-73-38 0,58 38-6553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9:59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588 133 24575,'-67'-1'0,"11"0"0,-58 6 0,96-3 0,0 1 0,1 1 0,-1 0 0,1 1 0,0 1 0,0 1 0,-22 11 0,17-5 0,0 0 0,1 2 0,1 0 0,-22 21 0,36-30 0,0 0 0,0 0 0,1 1 0,0 0 0,0 0 0,1 1 0,-1-1 0,2 1 0,-1 0 0,1 0 0,1 0 0,-1 1 0,1-1 0,1 0 0,-2 18 0,4-14 0,0 0 0,0 1 0,1-1 0,1 0 0,0 0 0,1 0 0,0 0 0,0-1 0,2 1 0,-1-1 0,2-1 0,-1 1 0,1-1 0,1 0 0,0 0 0,0-1 0,1 0 0,0-1 0,0 0 0,1 0 0,0-1 0,1 0 0,-1-1 0,1 0 0,1-1 0,-1 0 0,1-1 0,0 0 0,0-1 0,0 0 0,0-1 0,0 0 0,1-1 0,-1 0 0,0-1 0,1-1 0,20-3 0,-23 1 0,0 0 0,-1-1 0,1 0 0,-1-1 0,0 0 0,0 0 0,-1-1 0,0 0 0,0-1 0,0 1 0,-1-2 0,1 1 0,-2-1 0,1 0 0,-1 0 0,-1-1 0,1 0 0,4-11 0,3-8 0,0 0 0,-2-1 0,-1 0 0,11-56 0,-21 75 0,1 0 0,-1 0 0,-1-1 0,0 1 0,0 0 0,-1 0 0,0 0 0,-1 0 0,0 0 0,0 1 0,-1-1 0,-1 1 0,1 0 0,-2 0 0,1 0 0,-1 1 0,0 0 0,-9-9 0,-1 0 0,0 0 0,-1 1 0,0 1 0,-1 1 0,-1 0 0,0 2 0,-23-12 0,21 16-151,0 0-1,-1 2 0,0 0 0,-1 2 1,1 0-1,-1 1 0,0 2 1,-33 1-1,9 0-6674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3:18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1696 1 24575,'-28'1'0,"1"1"0,-1 1 0,1 2 0,0 1 0,1 1 0,-1 1 0,1 1 0,1 2 0,0 0 0,0 2 0,-29 19 0,-89 60 0,-245 206 0,276-199 0,-154 177 0,217-215 0,2 1 0,3 2 0,3 3 0,-59 128 0,67-112 0,4 1 0,3 2 0,4 0 0,4 2 0,4 0 0,4 0 0,1 142 0,28 135 0,8-55 0,11 75 0,-31-320 0,3-1 0,3 0 0,25 74 0,-28-113 0,1 0 0,1 0 0,1-2 0,1 0 0,2 0 0,0-1 0,19 19 0,-12-17 0,1-2 0,1-1 0,0-1 0,2-1 0,0-1 0,2-2 0,-1 0 0,33 11 0,-5-7 0,0-3 0,1-2 0,91 12 0,6-9 0,235-1 0,-145-16 0,173-4 0,-345-4 0,133-30 0,-20 2 0,4 8 0,-40 3 0,-86 12 0,78-4 0,-29 2 0,-75 8 0,47-2 0,124 10 0,87-4 0,-242-4 0,84-22 0,-42 7 0,-71 15 0,0 0 0,0-2 0,0-1 0,-1 0 0,0-2 0,-1-1 0,0 0 0,-1-2 0,-1 0 0,0-1 0,-1-1 0,0-1 0,19-24 0,-11 13 0,5-4 0,-1-1 0,-1-2 0,47-72 0,-40 42 0,119-220 0,-130 230 0,-3-2 0,-2-1 0,18-79 0,-26 65 0,-2-1 0,0-76 0,-10-148 0,-3 145 0,0 82 0,-4 0 0,-2 1 0,-34-134 0,-2 24 0,-59-185 0,75 279 0,21 58 0,-2 1 0,0 0 0,-2 1 0,-27-48 0,-1 16 0,-57-66 0,78 104 0,0 1 0,-1 0 0,-1 2 0,0 0 0,-1 1 0,-40-20 0,-353-150 0,382 176 0,-1 1 0,0 2 0,0 1 0,-51-1 0,-2-1 0,-239-4 0,18 1 0,260 6 0,-628-73 0,534 55 0,-199-25 0,285 42 0,-273-15 0,277 19-98,18 0-219,0 1 0,1 2 1,-54 9-1,63-5-6509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3:22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1352 29 24575,'-4'-3'0,"0"0"0,0 0 0,0 1 0,0-1 0,0 1 0,0 0 0,-1 1 0,1-1 0,-1 1 0,1 0 0,-1 0 0,-7-1 0,-63-1 0,55 4 0,-9-2 0,0 3 0,0 0 0,0 2 0,0 1 0,1 1 0,0 1 0,0 2 0,1 0 0,0 2 0,-31 18 0,1 2 0,2 2 0,1 3 0,1 2 0,3 2 0,1 3 0,2 2 0,2 1 0,-43 60 0,44-46 0,4 2 0,2 2 0,3 2 0,2 1 0,4 2 0,3 0 0,3 2 0,3 1 0,-12 80 0,17-49 0,4 0 0,3 130 0,11-157 0,4 0 0,26 126 0,65 142 0,-59-244 0,93 167 0,-104-213 0,-2-6 0,1-1 0,3-2 0,41 50 0,-53-75 0,1 0 0,0-1 0,2-1 0,0-1 0,1-1 0,0-1 0,1-1 0,34 15 0,-46-24 0,264 109 0,-212-92 0,2-2 0,93 16 0,156-4 0,-185-21 0,87 3 0,-181-13 0,58 11 0,-57-6 0,52 2 0,-55-11 0,-1-1 0,0-2 0,0-1 0,-1-2 0,0 0 0,46-23 0,-61 26 0,125-42 0,38-15 0,-163 54 0,-2 0 0,1-1 0,-1-1 0,-1 0 0,0-1 0,-1 0 0,19-24 0,-14 17 0,0 0 0,35-27 0,25-6 0,-53 38 0,-1 0 0,-1-2 0,0-1 0,20-21 0,241-281 0,-249 277 0,-1-1 0,-3-2 0,-1-2 0,-2 0 0,-3-2 0,-1 0 0,-3-2 0,25-95 0,-37 86 0,-2 0 0,-3-1 0,-9-116 0,5 152 0,-7-41 0,-2 1 0,-3 1 0,-3 0 0,-2 1 0,-3 1 0,-54-108 0,48 120 0,-3 1 0,-1 1 0,-3 1 0,-2 2 0,-2 2 0,-1 2 0,-2 1 0,-3 2 0,0 2 0,-87-53 0,-31 10 0,42 24 0,99 44 0,-394-182 0,363 174 0,-1 2 0,0 3 0,-1 2 0,-1 2 0,0 2 0,-68 1 0,-48 6 0,-279 36 0,331-17 0,-442 91 0,412-53-1365,115-43-5461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3:25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2438 668 24575,'-2'-3'0,"0"0"0,0 1 0,0-1 0,0 1 0,-1-1 0,1 1 0,-1 0 0,0 0 0,1 0 0,-1 0 0,0 1 0,0-1 0,0 1 0,-4-2 0,-4-3 0,-94-54 0,-157-64 0,-124-24 0,158 64 0,135 47 0,-24-10 0,-1 5 0,-138-29 0,207 64 0,-1 2 0,0 2 0,-1 3 0,-64 6 0,101-3 0,0 0 0,0 1 0,0 0 0,1 1 0,-1 0 0,1 1 0,0 1 0,1 0 0,0 1 0,0 0 0,1 1 0,0 0 0,0 0 0,-15 19 0,-9 13 0,2 2 0,-40 68 0,51-77 0,2 1 0,1 1 0,2 0 0,1 2 0,2 0 0,2 0 0,1 2 0,2-1 0,2 1 0,-4 61 0,9-17 0,4 0 0,21 150 0,-13-180 0,3-1 0,2-1 0,2 0 0,2-1 0,37 68 0,-5-32 0,3-3 0,4-3 0,3-2 0,75 73 0,304 264 0,-415-393 0,46 36 0,2-3 0,89 52 0,169 78 0,-306-173 0,418 250 0,40 21 0,-90-113 0,14-32 0,-51-19 0,-242-81 0,1-4 0,3-6 0,164 20 0,-180-35 0,-34-4 0,89 1 0,-134-11 0,0-1 0,0-1 0,0-1 0,0-1 0,-1-1 0,0-1 0,40-16 0,-43 12 0,0 0 0,0-1 0,-1-1 0,-1 0 0,1-1 0,-2-1 0,0-1 0,-1 0 0,19-25 0,-16 14 0,-1 0 0,-1-2 0,-1 1 0,-1-2 0,17-54 0,-12 12 0,-3-2 0,-3 0 0,-3 0 0,0-130 0,-10 122 0,-3 0 0,-22-126 0,15 156 0,-3 0 0,-2 1 0,-2 0 0,-2 1 0,-27-49 0,-7 2 0,-118-159 0,128 200 0,-3 2 0,-2 2 0,-108-87 0,-46-11 0,-6 8 0,-6 10 0,-391-177 0,-404-44 0,991 346 0,-534-172 0,508 162-273,-2 3 0,0 1 0,0 3 0,-64-5 0,89 13-6553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3:26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1855 480 24575,'-4'-2'0,"-1"0"0,1 0 0,0-1 0,0 1 0,1-1 0,-1 0 0,0 0 0,1 0 0,0-1 0,-5-5 0,2 3 0,-19-18 0,-1 2 0,-1 0 0,-1 2 0,0 2 0,-2 0 0,0 2 0,-47-18 0,3 6 0,-1 4 0,-87-16 0,-27 13 0,162 23 0,-1 1 0,0 1 0,0 2 0,0 0 0,0 2 0,1 1 0,-1 2 0,1 0 0,-1 2 0,2 1 0,-43 18 0,23-4 0,1 2 0,1 2 0,1 1 0,1 3 0,-55 50 0,15-13 0,50-42 0,-47 45 0,69-59 0,0 1 0,0 0 0,2 0 0,-1 1 0,2 0 0,0 1 0,0-1 0,-4 16 0,0 3 0,2 1 0,2 0 0,0 0 0,3 1 0,-2 59 0,-7 96 0,1 1 0,11-124 0,3 1 0,3-1 0,3 1 0,21 86 0,-9-84 0,3-2 0,55 113 0,25 38 0,-86-192 0,2 0 0,1-1 0,0-1 0,28 23 0,-16-13 0,17 13 0,2-2 0,2-3 0,1-2 0,3-2 0,0-3 0,3-2 0,85 34 0,428 126 0,-304-129 0,-232-56 0,127 22 0,280 15 0,-10-44 0,-414-3 0,0-1 0,-1-1 0,0 0 0,0-2 0,0 0 0,0-1 0,22-12 0,11-10 0,52-39 0,-56 35 0,64-33 0,-75 47 0,-1-1 0,37-28 0,-59 37 0,0 0 0,-1-1 0,0 0 0,0-1 0,-2 0 0,0-1 0,14-23 0,41-86 0,-6-3 0,51-154 0,-102 247 0,-1 0 0,-2 0 0,-1-1 0,-1 0 0,-2 0 0,-2 0 0,0 0 0,-3 0 0,-6-34 0,-14-45 0,-46-142 0,61 229 0,-18-59 0,-3 1 0,-68-134 0,78 184 0,-1 1 0,-1 1 0,-2 1 0,-1 2 0,-1 0 0,-1 1 0,-2 1 0,-56-41 0,-29-5 0,-2 5 0,-131-55 0,-256-82 0,-14 37 0,430 147 0,-1 5 0,-1 3 0,-1 4 0,-97 2 0,164 8-341,-1 0 0,1 1-1,-31 8 1,31-4-6485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3:29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2092 112 24575,'-12'-10'0,"0"1"0,0 0 0,-1 1 0,0 1 0,-14-7 0,-16-9 0,33 18 0,-1 0 0,1 1 0,-1 0 0,0 1 0,0 0 0,-1 0 0,1 1 0,-19-1 0,-99 6 0,55 0 0,-5-4 0,-1 4 0,1 3 0,1 4 0,-99 25 0,25 10 0,-205 90 0,354-134 0,-244 119 0,213-100 0,1 1 0,1 2 0,1 1 0,1 2 0,-26 28 0,46-42 0,2-1 0,-1 1 0,2 1 0,-1-1 0,2 1 0,0 0 0,0 1 0,-4 19 0,-22 119 0,24-101 0,-28 262 0,26-158 0,-5 155 0,15-228 0,16 125 0,-10-173 0,1 0 0,1 0 0,2 0 0,2-1 0,1 0 0,21 37 0,-14-31 0,2-2 0,1 0 0,2-2 0,1 0 0,2-2 0,1-1 0,47 39 0,20-3 0,4-4 0,108 50 0,15-10 0,-65-32 0,-50-21 0,124 39 0,-176-72 0,1-3 0,1-2 0,0-3 0,74 4 0,26-4 0,57 2 0,-172-12 0,0-2 0,0-2 0,46-11 0,80-31 0,304-129 0,-449 165 0,-10 4 0,0-1 0,-1-1 0,0 0 0,-1-1 0,0-1 0,0 0 0,-1 0 0,0-1 0,10-13 0,11-18 0,33-57 0,-53 80 0,5-10 0,-2 0 0,0-2 0,-3 1 0,0-2 0,-2 0 0,9-49 0,-6-5 0,3-111 0,-5 48 0,-3 79 0,-4 0 0,-3 0 0,-11-103 0,-3 83 0,-4 1 0,-4 1 0,-44-118 0,-51-52 0,93 218 0,-1 0 0,-1 2 0,-3 2 0,-37-40 0,-33-21 0,-135-102 0,158 145 0,-132-71 0,161 100-455,-2 1 0,-88-29 0,103 44-6371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3:35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1801 215 24575,'-55'-21'0,"-51"-3"0,66 13 0,0 3 0,-1 1 0,-74-4 0,18 10 0,-98 4 0,172 1 0,0 0 0,0 1 0,1 1 0,0 1 0,0 1 0,-25 13 0,-122 75 0,87-46 0,-34 22 0,3 4 0,-126 113 0,220-173 0,1 1 0,1 1 0,1 1 0,1 0 0,0 1 0,2 1 0,0 0 0,1 0 0,2 2 0,0-1 0,-12 44 0,12-24 0,2 1 0,-3 58 0,10-80 0,1 0 0,1 1 0,1-1 0,1 0 0,1 0 0,12 37 0,3 1 0,-13-37 0,1-1 0,0-1 0,2 1 0,0-1 0,19 29 0,10 4 0,3-1 0,3-2 0,52 47 0,-68-71 0,2-2 0,1-1 0,0-2 0,2-1 0,0-1 0,63 25 0,-41-28 0,0-3 0,1-2 0,108 6 0,-97-11 0,333 20 0,-325-21 0,1-3 0,0-4 0,-1-3 0,1-3 0,132-33 0,-147 26 0,-1-3 0,-1-3 0,-1-2 0,-1-3 0,-1-3 0,82-54 0,-101 57 0,-2-2 0,65-63 0,-85 74 0,0-1 0,-1 0 0,-1-1 0,-1 0 0,-1-1 0,0 0 0,13-40 0,-4 2 0,65-218 0,-73 225 0,-2-1 0,-3 0 0,2-81 0,-18-90 0,6 194 0,-2 1 0,-1 0 0,-1 1 0,-2-1 0,-21-46 0,13 40 0,-1 1 0,-2 1 0,-1 0 0,-41-46 0,44 60 0,0 0 0,-2 1 0,1 1 0,-2 1 0,0 0 0,-1 2 0,-42-19 0,39 22 8,0 2 0,0 1-1,-1 1 1,0 1 0,-41-3 0,-133 7-259,96 4-910,71-3-5665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3:39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2886 137 24575,'-12'-2'0,"-1"1"0,1-1 0,0-1 0,1-1 0,-19-6 0,-27-8 0,-9 9 0,1 3 0,-1 3 0,-69 5 0,35 0 0,69-1 0,1 1 0,-1 2 0,0 1 0,1 1 0,0 2 0,0 0 0,-30 15 0,22-6 0,1 2 0,2 1 0,0 2 0,-52 44 0,28-15 0,-83 95 0,-38 72 0,94-111 0,34-43 0,3 2 0,3 2 0,3 3 0,3 1 0,4 2 0,-49 141 0,-59 148 0,41-119 0,-42 100 0,67-218 0,52-88 0,-32 64 0,37-51 0,3 1 0,-18 81 0,21-71 0,-32 84 0,-20 8 0,27-67 0,4 1 0,4 3 0,-23 102 0,37-105 0,3-25 0,4 1 0,2 1 0,0 70 0,8-25 0,6 147 0,-1-214 0,2 1 0,1-1 0,25 78 0,-14-71 0,-2 0 0,-3 1 0,-1 0 0,-3 1 0,4 101 0,-11-124 0,0 1 0,2-1 0,1-1 0,1 1 0,2-1 0,0 0 0,20 42 0,-1-16 0,1-1 0,59 81 0,-30-70 0,-47-54 0,1 1 0,-1 0 0,-1 0 0,0 1 0,-1 0 0,12 23 0,-12-14 0,1-1 0,1 0 0,0 0 0,2-1 0,0-1 0,1 0 0,1-1 0,1 0 0,0-1 0,31 25 0,-32-31 0,0 0 0,0 0 0,1-2 0,0 0 0,1 0 0,0-1 0,27 7 0,-17-9 0,1 0 0,-1-2 0,1-1 0,33-1 0,335-17 0,-299 7 0,-1-5 0,104-28 0,-55 0 0,-2-6 0,-1-6 0,-4-6 0,-2-6 0,183-121 0,-207 106 0,-3-4 0,-4-5 0,152-171 0,-36-5 0,-138 163 0,360-473 0,-246 248 0,-30 41 0,-131 231 0,-3-1 0,31-75 0,38-131 0,-49 122 0,124-357 0,-129 374 0,111-208 0,-134 281 0,-2 0 0,-3-1 0,22-97 0,-8 31 0,-24 85 0,-2 1 0,-1-2 0,-2 1 0,-1 0 0,-1-1 0,-2 1 0,-2-1 0,-1 1 0,-10-50 0,1 36 0,-2-1 0,-1 2 0,-3 0 0,-2 1 0,-48-79 0,44 85 0,-36-45 0,48 70 0,0 1 0,-1 0 0,-1 0 0,0 2 0,0 0 0,-20-11 0,-164-84 0,-28-15 0,128 61 0,-115-51 0,146 83 0,-1 2 0,0 4 0,-2 2 0,0 4 0,-1 2 0,-143-7 0,-51 17 0,-1 12 0,-434 69 0,692-76-25,-239 48 173,197-37-644,0 3 0,-86 40 0,109-43-6330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3:41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1165 110 24575,'0'-4'0,"0"-1"0,0 1 0,0 0 0,-1 0 0,0 0 0,1 0 0,-2 0 0,1 0 0,0 0 0,-1 0 0,1 1 0,-1-1 0,0 0 0,0 1 0,-1 0 0,1-1 0,-1 1 0,0 0 0,0 0 0,0 0 0,-3-2 0,0 1 0,-1 1 0,0-1 0,0 1 0,0 1 0,0-1 0,-1 1 0,1 1 0,-1-1 0,1 1 0,-13 0 0,1 1 0,1 0 0,0 1 0,0 1 0,0 1 0,0 1 0,1 0 0,-1 1 0,1 1 0,0 1 0,-28 15 0,-42 18 0,37-18 0,2 2 0,-53 34 0,53-25 0,2 3 0,-74 73 0,93-81 0,2 1 0,2 2 0,0 0 0,2 1 0,-21 44 0,8-8 0,16-35 0,1 2 0,2-1 0,1 2 0,-14 61 0,17-27 0,3 1 0,1 109 0,7-98 0,5 136 0,-1-180 0,1 0 0,1-1 0,21 65 0,6-7 0,4-3 0,62 112 0,-72-158 0,2-2 0,1 0 0,3-2 0,1-2 0,2-1 0,42 35 0,267 195 0,-259-203 0,136 137 0,-137-124 0,2-4 0,4-4 0,175 104 0,94 45 0,-290-175 0,-10-9 0,1-3 0,2-2 0,1-3 0,2-3 0,0-3 0,113 22 0,-82-26 0,143 20 0,-170-31 0,236 18 0,-294-25 0,0 0 0,1-1 0,-1 0 0,0-1 0,0 0 0,0-1 0,-1 0 0,14-6 0,-19 7 0,0-1 0,0-1 0,0 1 0,-1-1 0,0 0 0,0 0 0,0 0 0,0-1 0,0 0 0,-1 0 0,0 0 0,0 0 0,0-1 0,-1 1 0,0-1 0,4-8 0,52-134 0,76-216 0,-105 251 0,-6 0 0,16-184 0,-34 240 0,-3-1 0,-3 0 0,-2 0 0,-2 0 0,-3 1 0,-3-1 0,-29-96 0,-4 44 0,-5 1 0,-4 3 0,-5 2 0,-4 3 0,-131-163 0,-152-115 0,224 254 0,31 30 0,1-2 0,-5 4 0,-151-118 0,157 150 0,-161-86 0,198 123 0,-1 1 0,-1 3 0,-1 2 0,0 2 0,-60-9 0,7 14 0,1 5 0,-125 9 0,57 1 0,138-4-1365,5 0-5461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3:46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1591 142 24575,'-4'-2'0,"0"-1"0,0 1 0,1-1 0,-1 1 0,1-1 0,0 0 0,0 0 0,0 0 0,0-1 0,0 1 0,1-1 0,-1 0 0,-2-7 0,-6-4 0,6 9 0,1 0 0,-1 1 0,0-1 0,0 1 0,-1 1 0,1-1 0,-1 1 0,0 0 0,-1 0 0,1 0 0,0 1 0,-1 0 0,0 1 0,0-1 0,0 1 0,0 1 0,0-1 0,0 1 0,0 0 0,-1 1 0,1 0 0,-9 0 0,-24 2 0,-1 1 0,1 2 0,-73 19 0,-112 53 0,161-47 0,2 3 0,1 2 0,2 4 0,2 1 0,1 3 0,-56 57 0,66-52 0,1 3 0,3 1 0,2 3 0,-40 70 0,55-84 0,1 2 0,3 0 0,1 1 0,2 2 0,3-1 0,1 2 0,2 0 0,-7 69 0,-8 328 0,25-133 0,6 246 0,2-474 0,30 145 0,40 78 0,-52-214 0,3-13 0,3 0 0,3-2 0,67 112 0,7 16 0,-74-145 0,2-2 0,3-2 0,2-1 0,64 67 0,-6-6 0,-70-80 0,-8-9 0,2-1 0,0-1 0,2 0 0,51 40 0,-17-28 0,2-1 0,2-4 0,69 27 0,205 60 0,-245-89 0,264 67 0,-278-82 0,0-4 0,135 3 0,-198-14 0,-1-2 0,1 0 0,-1 0 0,0-1 0,1 0 0,-1-2 0,-1 1 0,14-8 0,13-8 0,42-31 0,-46 28 0,12-10 0,78-72 0,6-7 0,-83 77 0,-1-3 0,-2-1 0,54-62 0,-77 69 0,0 0 0,-2-1 0,-2-2 0,26-65 0,-30 61 0,-3-1 0,7-42 0,-8 33 0,10-60 0,-5-1 0,-4-1 0,-6 1 0,-10-131 0,2 209 0,-1 0 0,-2 0 0,-17-55 0,-45-92 0,33 89 0,-11-25 0,-5 1 0,-5 3 0,-91-135 0,-155-214 0,190 281 0,-41-55 0,121 187 0,-31-58 0,-28-42 0,-63-79 0,85 121 0,-114-137 0,-151-130 0,313 350-273,-1 1 0,-1 0 0,-1 2 0,-47-29 0,51 36-6553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3:49.2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1217 245 24575,'-1'-3'0,"0"1"0,0 0 0,0 0 0,0 0 0,0 0 0,0 0 0,-1 0 0,1 0 0,-1 0 0,0 1 0,1-1 0,-1 1 0,0-1 0,0 1 0,0-1 0,0 1 0,-4-2 0,-38-19 0,43 21 0,-34-14 0,1 2 0,-2 1 0,0 2 0,0 2 0,-1 1 0,0 2 0,0 1 0,-50 2 0,41 2 0,21-1 0,-1 1 0,-39 6 0,56-4 0,0 0 0,0 1 0,0 0 0,1 0 0,-1 1 0,1 0 0,0 0 0,0 1 0,0 0 0,-13 11 0,-6 11 0,1 0 0,2 1 0,0 2 0,-32 54 0,-61 139 0,87-153 0,3 1 0,-27 108 0,-8 155 0,47-238 0,-1 4 0,-2 107 0,17-174 0,2 0 0,1 0 0,1-1 0,2 1 0,2-1 0,1 0 0,16 42 0,-24-73 0,18 46 0,2 0 0,1-2 0,55 83 0,-11-45 0,3-4 0,4-2 0,2-4 0,4-3 0,3-4 0,3-3 0,135 77 0,-199-128 0,1-1 0,0-1 0,0-1 0,1 0 0,0-2 0,1 0 0,-1-2 0,1-1 0,1 0 0,-1-2 0,29 0 0,40-3 0,51-2 0,-130 1 0,0-1 0,0 0 0,0-1 0,0 0 0,-1-1 0,0 0 0,0-1 0,-1 0 0,15-11 0,13-12 0,42-38 0,-44 35 0,3-5 0,-2-1 0,60-77 0,52-98 0,-73 99 0,0 0 0,85-170 0,-125 208 0,-4-2 0,-3-1 0,29-122 0,-53 166 0,-1-1 0,-2 1 0,-1-1 0,-2 0 0,-1 1 0,-2-1 0,-2 1 0,-13-55 0,-4 13 0,-3 1 0,-61-124 0,67 163 0,-1 1 0,-2 1 0,-2 1 0,-1 1 0,-1 1 0,-2 2 0,-1 0 0,-1 2 0,-2 1 0,0 2 0,-2 1 0,-1 2 0,-49-24 0,-30-14 0,-2 6 0,-161-51 0,254 98-136,-1 1-1,0 2 1,0 0-1,-1 1 1,1 2-1,-1 0 1,1 2-1,-1 1 0,-30 5 1,33 0-6690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4:11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2174 349 24575,'-5'-2'0,"1"1"0,0-1 0,0 0 0,0-1 0,0 1 0,0-1 0,0 1 0,1-1 0,-1 0 0,1 0 0,0-1 0,-6-6 0,-8-8 0,-11-2 0,-1 1 0,0 2 0,-1 1 0,-1 1 0,-1 1 0,-34-9 0,38 13 0,-54-18 0,-170-34 0,-78 9 0,258 45 0,-1 2 0,-123 8 0,62 1 0,85-3 0,0 3 0,0 2 0,1 1 0,0 3 0,-80 26 0,89-21 0,7-4 0,1 1 0,1 1 0,0 2 0,-33 21 0,56-31 0,0 1 0,0 0 0,1 1 0,-1 0 0,1 0 0,1 0 0,-1 1 0,1-1 0,0 1 0,1 1 0,-1-1 0,2 1 0,-1-1 0,1 1 0,0 0 0,0 0 0,1 1 0,0-1 0,1 0 0,0 1 0,0 9 0,0 5 0,1 0 0,1 1 0,1-1 0,2 0 0,0 0 0,1 0 0,1-1 0,13 33 0,8 6 0,2 0 0,40 59 0,-53-96 0,1-1 0,1 0 0,1-2 0,1 0 0,1-1 0,0-1 0,35 23 0,409 263 0,-399-264 0,2-2 0,116 46 0,152 36 0,-163-62 0,-82-27 0,235 87 0,445 147 0,-195-75 0,-483-162 0,105 18 0,30 9 0,57 27 0,-241-69 0,-6-2 0,66 13 0,-55-15 0,-34-7 0,-1 1 0,1-2 0,0 0 0,22 0 0,-33-2 0,1-1 0,-1 1 0,0-1 0,0 0 0,1 0 0,-1-1 0,0 1 0,0-1 0,0 0 0,-1 0 0,1 0 0,0 0 0,-1-1 0,1 0 0,-1 1 0,0-1 0,0 0 0,0-1 0,0 1 0,2-4 0,11-18 0,-2-1 0,0 0 0,-2-1 0,-1 0 0,-1-1 0,-1-1 0,-1 1 0,3-33 0,-4 5 0,-2 1 0,-3-1 0,-7-75 0,1 99 0,-1 0 0,-2 0 0,-1 1 0,-2 0 0,0 0 0,-22-40 0,-103-166 0,-7 31 0,114 172 0,-1 1 0,-1 2 0,-60-48 0,-25-22 0,10 8 0,25 32 0,-1 3 0,-4 4 0,-163-78 0,165 95 0,13 5 0,-102-32 0,1 13 0,-398-98 0,395 112-49,84 16-390,-1 3 1,-160-9-1,229 27-6387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2:39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434 1677 24575,'-8'12'0,"1"0"0,-2 0 0,0-1 0,0 0 0,-15 12 0,15-14 0,0 0 0,1 0 0,0 1 0,0 0 0,1 0 0,0 0 0,-10 22 0,-7 47 0,3 0 0,-19 145 0,20-100 0,-88 718 0,101-152 0,10-381 0,-18 64 0,0-194 0,-14 116 0,21-247 0,2 1 0,2 0 0,4 93 0,2-129 0,1 0 0,0 0 0,0-1 0,1 0 0,1 0 0,0 0 0,1 0 0,0-1 0,1 1 0,0-2 0,0 1 0,2-1 0,-1 0 0,1-1 0,0 0 0,1 0 0,0-1 0,1 0 0,-1-1 0,1 0 0,1-1 0,14 6 0,4 1 0,0-2 0,1-1 0,0-2 0,1-1 0,0-1 0,0-2 0,57 1 0,136 6 0,-5 1 0,22-2 0,-122-2 0,218-16 0,-207-5 0,-2-7 0,0-5 0,164-54 0,-248 62 0,-1-2 0,-1-2 0,0-1 0,-2-3 0,-1-1 0,-1-2 0,-1-1 0,-1-2 0,42-47 0,-2-18 0,120-195 0,-136 194 0,64-124 0,-45 74 0,197-384 0,-227 415 0,29-58 0,118-232 0,-76 52 0,-16 37 0,-18 64 0,-68 183 0,-2-1 0,-3-1 0,-4 0 0,3-105 0,-14 134 0,2 0 0,13-73 0,-11 94 0,-1 0 0,0 0 0,-2 1 0,0-1 0,-5-33 0,-29-106 0,0 2 0,5-17 0,-71-238 0,81 344 0,-41-117 0,52 167 0,-1 1 0,0 0 0,-2 1 0,0 0 0,-1 0 0,-1 2 0,-18-19 0,22 27 0,0 1 0,-1 1 0,0-1 0,0 2 0,0-1 0,-1 2 0,1-1 0,-23-5 0,7 3 0,0 2 0,-47-4 0,44 8 0,0 2 0,0 1 0,0 2 0,0 0 0,1 2 0,0 2 0,0 0 0,-50 23 0,-12 13 0,-102 67 0,148-84 0,-301 194 0,-62 37 0,-33 10 0,11 8 0,291-204 0,14-9 0,-166 88 0,95-54 0,100-52 0,-3-4 0,-108 29 0,90-32 0,104-34-170,-1 0-1,1 1 0,0 1 1,0-1-1,0 2 0,1 0 1,-13 10-1,14-6-6655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2:41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2416 103 24575,'-4'0'0,"-31"-2"0,0 3 0,0 1 0,0 1 0,1 2 0,-57 15 0,-746 300 0,670-252 0,-104 67 0,163-78 0,45-20 0,1 3 0,1 2 0,-100 94 0,100-74 0,-75 97 0,44-48 0,75-92 0,0 2 0,2 0 0,0 1 0,1 0 0,-17 38 0,28-51 0,-1 0 0,2 0 0,-1 0 0,1 0 0,0 0 0,1 0 0,0 0 0,1 1 0,0-1 0,0 0 0,1 1 0,0-1 0,0 0 0,1 0 0,1 0 0,-1 0 0,2 0 0,-1-1 0,6 10 0,25 48 0,-24-44 0,1 0 0,0-1 0,2 0 0,1-1 0,0 0 0,31 30 0,20 6 0,3-3 0,84 51 0,-116-84 0,2-1 0,0-1 0,1-3 0,0-1 0,2-2 0,78 14 0,-13-12 0,162 1 0,492-16 0,-353-30 0,-241 12 0,18-4 0,-85 9 0,124-2 0,-196 17 0,-2 0 0,0-1 0,0-1 0,0-2 0,-1 0 0,1-1 0,29-10 0,25-10 0,83-14 0,72-21 0,-207 50 0,-1-1 0,-1-2 0,0 0 0,0-2 0,-2 0 0,35-28 0,-30 19 0,-2-1 0,43-51 0,-58 61 0,-1-2 0,0 1 0,-1-1 0,0-1 0,-2 1 0,0-1 0,7-26 0,5-28 0,42-175 0,-52 192 0,-1 0 0,0-92 0,-8 99 0,-2 1 0,-2-1 0,-2 0 0,-2 1 0,-3 1 0,-16-48 0,10 44 0,10 27 0,-1 0 0,-1 0 0,0 1 0,-2 1 0,-13-21 0,1 11 0,-1 0 0,-2 1 0,0 2 0,-2 1 0,-1 1 0,-1 1 0,-1 1 0,-1 2 0,-1 2 0,-67-30 0,4 13 0,-1 4 0,-1 4 0,-2 5 0,-202-21 0,-412 24 0,534 21 0,160-2-170,0 2-1,0 0 0,0 1 1,0 0-1,1 2 0,-1 1 1,-37 14-1,41-12-6655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3:49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2161 23 24575,'-141'-2'0,"-155"5"0,260 1 0,1 2 0,0 1 0,-56 19 0,-102 48 0,132-48 0,-14 4 0,1 3 0,-127 80 0,121-53 0,3 3 0,3 3 0,3 4 0,-66 83 0,112-125 0,-8 8 0,2 1 0,1 2 0,2 1 0,-30 56 0,19-13 0,3 2 0,3 2 0,5 1 0,-33 175 0,25-95 0,23-116 0,1-1 0,4 1 0,-4 80 0,13 569 0,0-691 0,-1-1 0,2 1 0,-1-1 0,2 1 0,-1-1 0,1 0 0,0 1 0,6 9 0,42 68 0,-22-41 0,-16-23 0,2-1 0,0 0 0,1-2 0,1 0 0,0 0 0,2-2 0,0 0 0,42 28 0,-36-32 0,2-2 0,41 15 0,0-1 0,18 10 0,104 30 0,-143-54 0,0-2 0,1-2 0,0-2 0,54 0 0,-30-6 0,269 14 0,-205-4 0,43 6 0,-105-8 0,0-3 0,110-6 0,-60-2 0,281-16 0,9-29 0,-133 23 0,-225 19 0,-10 1 0,-1-1 0,53-16 0,-32-9 0,-31 13 0,-21 10 0,0 0 0,0-1 0,-1 0 0,0-1 0,-1-1 0,-1 0 0,1 0 0,-2-1 0,1-1 0,-2 1 0,0-2 0,0 1 0,-1-1 0,6-16 0,8-24 0,-2-1 0,19-89 0,-12 41 0,-13 47 0,-2-1 0,-3-1 0,3-59 0,-8-174 0,-4 197 0,-3 43 0,-2 0 0,-13-59 0,8 57 0,-6-98 0,14 111 0,-2 0 0,-2 0 0,-11-42 0,-41-117 0,44 153 0,4 19 0,-1 0 0,-1 0 0,-2 1 0,0 1 0,-2 0 0,-34-42 0,-131-120 0,137 146 0,1 2 0,-2 2 0,-1 3 0,-2 1 0,-73-37 0,-219-84 0,113 55 0,-235-86 0,321 132 0,53 24-682,-131-26-1,197 51-6143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3:52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1527 106 24575,'-36'0'0,"-13"0"0,-53 6 0,85-4 0,0 1 0,0 1 0,1 0 0,0 1 0,-1 1 0,-28 15 0,-29 19 0,38-23 0,1 2 0,1 2 0,1 1 0,1 1 0,-34 33 0,-19 24 0,-32 33 0,22-17 0,59-62 0,2 1 0,1 1 0,-29 45 0,-134 233 0,152-235 0,4 1 0,-32 95 0,56-118 0,2 0 0,4 2 0,-5 64 0,11-82 0,-7 419 0,13-289 0,-1-113 0,3 0 0,3 0 0,2-1 0,2 0 0,3-1 0,37 95 0,-19-57 0,24 121 0,-2-4 0,1-57 0,85 166 0,-6-15 0,10 53 0,-121-314 0,1-2 0,2-1 0,2 0 0,1-2 0,42 41 0,-55-62 0,32 39 0,95 99 0,-125-140 0,1 0 0,1 0 0,1-2 0,0-1 0,1 0 0,33 13 0,-21-10 0,47 29 0,-50-27 0,51 23 0,-67-36 0,1-1 0,-1 0 0,1-1 0,0-1 0,31 1 0,83-8 0,-109 3 0,25-3 0,-1-2 0,75-21 0,87-40 0,-156 50 0,-1 0 0,-1-2 0,0-2 0,-2-3 0,-1-2 0,-1-1 0,44-37 0,214-178 0,-116 80 0,-36 9 0,-57 54 0,61-40 0,23-25 0,139-186 0,-182 208 0,-102 104 0,-2-2 0,46-81 0,-27 40 0,1-1 0,46-104 0,-22-1 0,66-251 0,-116 352 0,-5-1 0,16-146 0,-15 57 0,-14 100 0,-3-1 0,-10-119 0,-3 119 0,-2 1 0,-37-126 0,36 160 0,-2 0 0,-29-59 0,31 79 0,0 2 0,-2-1 0,0 2 0,-2 0 0,-34-35 0,12 18 0,2 1 0,-2 2 0,-77-54 0,71 62 0,-2 2 0,-75-28 0,-102-23 0,222 75 0,-735-172 0,31 65 0,2 24 0,659 77-227,-1 1-1,0 3 1,1 1-1,-1 3 1,-75 11-1,98-7-6598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6:27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1578 332 24575,'-33'-27'0,"0"0"0,-2 3 0,0 1 0,-50-24 0,19 10 0,36 19 0,1 0 0,0 1 0,-2 2 0,1 1 0,-2 1 0,-34-9 0,31 13 0,-1 2 0,1 2 0,-1 0 0,0 3 0,0 1 0,0 2 0,0 1 0,0 1 0,-49 13 0,72-12 0,1 0 0,-1 1 0,1 1 0,1 0 0,-1 0 0,1 1 0,0 1 0,0 0 0,1 0 0,0 1 0,1 1 0,-14 16 0,-5 12 0,2 1 0,-27 53 0,11-18 0,-26 48 0,-97 241 0,149-317 0,2 1 0,2 0 0,2 0 0,2 1 0,3 1 0,0 92 0,-7 34 0,-1-10 0,13-146 0,-1 8 0,0 1 0,2 0 0,1-1 0,1 1 0,2-1 0,1 0 0,13 38 0,45 119 0,-50-135 0,2 0 0,3-1 0,1-1 0,2-1 0,33 49 0,3-12 0,200 264 0,-213-289 0,38 67 0,-44-63 0,51 60 0,-76-108 0,0-1 0,2 0 0,-1-1 0,2 0 0,33 17 0,-24-14 0,38 28 0,-42-26 0,2-1 0,0-1 0,0-1 0,32 12 0,109 35 0,-112-48 0,1-2 0,0-2 0,1-3 0,86-1 0,475-4 0,-297-2 0,-132-8 0,199-34 0,-26 1 0,47 7 0,-355 28 0,1-3 0,-1-1 0,-1-3 0,-1-2 0,0-3 0,58-30 0,-95 42 0,-1 0 0,0-2 0,-1 1 0,0-1 0,0-1 0,-1 0 0,-1-1 0,1 0 0,-2 0 0,12-19 0,5-12 0,32-77 0,-41 76 0,17-70 0,-2 4 0,-25 88 0,-1-1 0,-1 1 0,-1-1 0,-1 0 0,-1 0 0,-1 0 0,-3-32 0,-32-153 0,31 188 0,-43-170 0,37 158 0,-2 0 0,-1 0 0,-31-53 0,1 21 0,-2 1 0,-3 2 0,-3 3 0,-2 1 0,-2 3 0,-3 3 0,-2 2 0,-2 3 0,-1 2 0,-113-55 0,-609-283 0,415 204 0,149 78 0,-111-57 0,128 52 0,-29-16 0,186 92 0,1-2 0,-73-62 0,104 80-1365,2 2-5461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6:29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1398 288 24575,'-17'-2'0,"-1"0"0,1-1 0,0-1 0,0 0 0,-20-9 0,-43-9 0,-15-2 0,62 14 0,0 2 0,-35-4 0,-135-23 0,136 20 0,-123-10 0,110 15 0,64 6 0,0 1 0,0 1 0,-1 1 0,-21 1 0,32 0 0,1 1 0,-1 1 0,0-1 0,1 1 0,-1-1 0,1 1 0,-1 1 0,1-1 0,0 1 0,0 0 0,0 0 0,0 1 0,1 0 0,-1-1 0,1 1 0,-5 6 0,-20 28 0,2 1 0,2 1 0,2 2 0,-27 63 0,34-66 0,2 2 0,2 0 0,2 0 0,1 1 0,2 0 0,2 0 0,2 1 0,3 48 0,0-19 0,7 109 0,-5-160 0,2-1 0,0 1 0,1-1 0,2 0 0,0-1 0,17 34 0,18 23 0,4-1 0,3-3 0,82 93 0,-67-96 0,128 107 0,-66-78 0,3-5 0,194 104 0,-226-140 0,-2 5 0,86 74 0,-159-119 0,41 26 0,1-2 0,128 58 0,-58-33 0,-46-19 0,7 5 0,101 38 0,-150-70 0,45 26 0,31 15 0,-41-27 0,13 7 0,184 52 0,-261-89 0,114 22 0,-115-24 0,0-1 0,1 0 0,-1-1 0,1-1 0,-1-1 0,17-3 0,-14 1 0,-1-1 0,1-1 0,-1 0 0,23-13 0,-33 15 0,-1-1 0,-1 1 0,1-1 0,0-1 0,-1 1 0,0-1 0,-1 0 0,1-1 0,-1 1 0,-1-1 0,1 0 0,5-12 0,1-11 0,-1 1 0,-2-2 0,-1 1 0,-1-1 0,2-59 0,-7 80 0,6-332 0,-9 209 0,1 105 0,-1 1 0,-2 0 0,0 0 0,-13-40 0,-45-105 0,18 57 0,-6-8 0,-5 2 0,-91-145 0,119 218 0,5 9 0,-6-13 0,-2 1 0,-2 1 0,-2 2 0,-79-86 0,81 105 0,-1 3 0,-1 0 0,-57-30 0,-118-50 0,109 59 0,-129-81 0,188 106 0,1-1 0,0-3 0,2-1 0,1-1 0,2-2 0,-34-36 0,-105-110 0,118 115-682,-122-104-1,165 154-6143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22:08:35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1 897 24575,'2'-10'0,"0"0"0,1 1 0,1 0 0,-1-1 0,1 1 0,1 1 0,10-17 0,-8 13 0,171-316 0,-157 288 0,155-285 0,-158 289 0,17-26 0,-35 62 0,0 0 0,0-1 0,1 1 0,-1 0 0,0 0 0,0 0 0,0-1 0,1 1 0,-1 0 0,0 0 0,0 0 0,0 0 0,1 0 0,-1-1 0,0 1 0,0 0 0,1 0 0,-1 0 0,0 0 0,0 0 0,1 0 0,-1 0 0,0 0 0,0 0 0,1 0 0,-1 0 0,0 0 0,0 0 0,1 0 0,-1 0 0,0 0 0,0 0 0,1 0 0,-1 0 0,0 0 0,0 1 0,1-1 0,-1 0 0,0 0 0,0 0 0,0 0 0,1 1 0,-1-1 0,9 16 0,3 24 0,-11-36 0,32 121 0,1 4 0,26 187 0,-29 30 0,-30-336-77,0 17-181,1 1 1,1 0-1,2-1 1,11 37-1,-8-47-6568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22:08:36.6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24575,'103'-2'0,"113"4"0,-58 24 0,27 2 0,-163-23-1365,-5 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7:58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2211 174 24575,'-18'-2'0,"0"0"0,0-1 0,1-2 0,-1 1 0,1-2 0,0 0 0,-28-16 0,25 12 0,-1 1 0,-1 1 0,1 1 0,-32-7 0,-13 8 0,1 3 0,-71 6 0,21-1 0,44 1 0,0 3 0,0 3 0,1 4 0,0 2 0,-77 28 0,24 1 0,-223 115 0,329-150 0,-12 5 0,1 1 0,1 1 0,1 1 0,1 2 0,-41 37 0,33-22 0,2 2 0,1 1 0,2 1 0,2 1 0,1 2 0,-38 85 0,45-77 0,1 0 0,3 1 0,-13 83 0,22-94 0,-5 35 0,0 93 0,12-123 0,2 0 0,2-1 0,1 0 0,2 0 0,3-1 0,31 80 0,136 247 0,-148-301 0,13 21 0,33 57 0,14 22 0,-79-150 0,0-1 0,2 0 0,0-1 0,1 0 0,0-1 0,34 24 0,-3-6 0,-21-14 0,1-1 0,0-2 0,55 26 0,25 4 0,-53-22 0,68 21 0,603 139 0,-556-152 0,233 38 0,175 21 0,-365-61 0,389 37 0,62-6 0,-578-52 0,554 27 0,-238-34 0,289-5 0,-331-35 0,-249 23 0,496-76 0,-569 85 0,-1-3 0,48-17 0,-66 19 0,0 0 0,-1-2 0,0 0 0,0-1 0,-1 0 0,23-21 0,-21 15 0,8-6 0,-2 0 0,0-2 0,36-51 0,-48 54 0,-1-1 0,-2 0 0,0-1 0,-1 0 0,-2 0 0,0-1 0,2-35 0,6-19 0,-7 48 0,-1-1 0,-1 0 0,-1 0 0,-2-1 0,-2 1 0,0 0 0,-3-1 0,-12-58 0,7 57 0,-2 0 0,0 1 0,-3 0 0,-28-50 0,7 22 0,10 16 0,-2 1 0,-1 1 0,-61-68 0,14 38 0,-3 3 0,-2 3 0,-4 4 0,-2 3 0,-3 5 0,-2 3 0,-138-55 0,52 32 0,-251-90 0,111 56 0,2 1 0,149 56 0,-548-163 0,-9 35 0,529 134 0,-205-77 0,-604-167 0,825 252 0,-79-24 0,120 24-1365,121 33-5461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8:22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2642 0 24575,'-43'2'0,"1"1"0,0 2 0,0 2 0,1 1 0,-52 18 0,-408 98 0,296-79 0,96-14 0,2 5 0,2 5 0,-172 92 0,-34 49 0,242-135 0,1 4 0,-76 74 0,102-82 0,2 2 0,3 1 0,1 2 0,2 1 0,2 2 0,3 1 0,2 2 0,3 0 0,-32 104 0,46-124 0,2 0 0,1 0 0,2 1 0,1 0 0,2 57 0,0-44 0,-9 61 0,-1 35 0,-1 28 0,1 15 0,13 423 0,0-584 0,2-1 0,0 1 0,2 0 0,1-1 0,1 0 0,14 35 0,75 140 0,-91-191 0,11 21 0,1-2 0,2-1 0,1 0 0,0-1 0,2-1 0,1-1 0,2-1 0,0-2 0,1 0 0,1-1 0,0-2 0,2-1 0,0-1 0,1-2 0,0 0 0,39 10 0,18 1 0,1-3 0,1-4 0,139 9 0,-110-18 0,17 1 0,207-9 0,504-121 0,-639 85 0,-86 15 0,195-36 0,-241 39 0,-1-3 0,81-35 0,-113 35 0,-1-3 0,-2-2 0,0-1 0,-1-2 0,-2-1 0,38-40 0,-60 53 0,0-1 0,0 0 0,18-34 0,21-28 0,30-23 0,103-170 0,-154 217 0,-2-2 0,-3 0 0,-2-2 0,-3-1 0,17-76 0,-25 52 0,-4 0 0,-3-1 0,-6-111 0,-1 152 0,-3-1 0,-1 1 0,-20-84 0,17 103 0,-1 0 0,-1 1 0,-1 1 0,-2-1 0,0 2 0,-1 0 0,-1 0 0,-21-24 0,-6 2 0,-2 1 0,-2 2 0,-65-47 0,-161-90 0,-158-48 0,250 138 0,110 54 0,2-3 0,2-3 0,-72-56 0,61 37 0,-124-73 0,178 120 0,-1 2 0,0 1 0,-1 0 0,0 2 0,0 1 0,-1 1 0,1 1 0,-1 1 0,0 1 0,0 1 0,0 1 0,-46 7 0,-17 7 0,0 4 0,-99 34 0,159-42 57,-48 24 0,15-6-1536,27-14-5347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9:12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1332 1 24575,'-459'0'0,"440"1"0,1 1 0,0 1 0,-1 0 0,1 1 0,1 1 0,-1 1 0,-30 14 0,-110 70 0,113-59 0,-48 43 0,32-24 0,32-24 0,1 0 0,2 2 0,1 0 0,1 2 0,1 1 0,2 0 0,-32 65 0,14 0 0,8-13 0,0-12-1365,21-55-5461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9:13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24575,'-13'161'0,"-1"-4"0,13-84 0,4 123 0,-3-193 0,0-1 0,1 1 0,-1-1 0,1 0 0,0 1 0,-1-1 0,1 1 0,0-1 0,0 0 0,0 0 0,1 0 0,-1 0 0,0 0 0,1 0 0,0 0 0,-1 0 0,1 0 0,0 0 0,0-1 0,0 1 0,0-1 0,0 0 0,0 1 0,0-1 0,1 0 0,-1 0 0,0-1 0,1 1 0,-1 0 0,0-1 0,1 1 0,-1-1 0,1 0 0,-1 0 0,1 0 0,-1 0 0,1 0 0,-1 0 0,1-1 0,2 0 0,9-2 0,0 0 0,-1-1 0,0 0 0,0-1 0,23-12 0,35-21 0,292-153 0,-328 171-455,0-2 0,47-37 0,-62 42-6371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9:14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24575,'34'0'0,"-1"2"0,0 1 0,0 2 0,-1 1 0,1 2 0,51 18 0,5 11 0,102 56 0,-11 13 0,-164-93 0,-1 0 0,-1 1 0,0 0 0,-1 1 0,0 0 0,-2 1 0,19 33 0,22 27 0,97 93 0,-134-152-455,-1 0 0,14 22 0,-18-24-6371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9:29:15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1 330 24575,'9'1'0,"0"0"0,0 0 0,0 1 0,0 0 0,0 0 0,0 1 0,-1 0 0,1 0 0,-1 1 0,0 1 0,0-1 0,10 8 0,8 9 0,0 1 0,25 29 0,-32-31 0,2 0 0,44 34 0,-64-54 0,1 1 0,-1 0 0,1 0 0,-1 0 0,1-1 0,-1 1 0,1-1 0,-1 1 0,1-1 0,-1 0 0,1 0 0,0 1 0,-1-1 0,1 0 0,-1 0 0,1-1 0,0 1 0,-1 0 0,1 0 0,-1-1 0,1 1 0,-1-1 0,1 0 0,-1 1 0,1-1 0,-1 0 0,1 0 0,-1 0 0,0 0 0,0 0 0,1 0 0,-1 0 0,0 0 0,0 0 0,0-1 0,0 1 0,0 0 0,-1-1 0,1 1 0,0-1 0,0-1 0,5-10 0,0-1 0,-1 1 0,7-27 0,-7 21 0,2-5-77,129-372-1211,-126 373-5538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19:55:59.9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0 128,'488'0,"-465"2,45 7,19 2,159-13,98 4,-245 8,-49-4,50 0,1191-7,-1273 0,1-1,28-6,-28 4,0 0,27 0,105 6,106-3,-168-9,-45 4,51 1,-1 7,129-4,-141-8,-42 4,45 0,51 8,113-4,-186-8,-43 6,-1 1,27-1,95-7,11 1,1634 10,-1747-1,40-8,31-2,566 10,-326 3,-220-14,-3 1,52 14,134-6,-233-7,-48 5,51-1,255 7,-320-1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19:56:25.3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0 149,'240'-2,"253"5,-371 7,57 2,686-13,-713-12,-67 4,-38 5,271-13,-191 19,200-4,-224-8,68-2,-125 13,37 0,130-15,-118 6,179 6,-128 4,3533-2,-3648 2,45 7,-45-4,47 1,1616-7,-1669 0,45-9,25-1,2004 10,-1002 3,-1072-3,46-9,-46 5,45-1,501 7,-551-3,0 1,25-7,39-3,19 0,-73 6,48-1,5 8,89-3,-109-9,-44 6,1 0,26 0,60 5,-88-1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19:56:27.7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0 149,'240'-2,"253"5,-371 7,57 2,686-13,-713-12,-67 4,-38 5,271-13,-191 19,200-4,-224-8,68-2,-125 13,37 0,130-15,-118 6,179 6,-128 4,3533-2,-3648 2,45 7,-45-4,47 1,1616-7,-1669 0,45-9,25-1,2004 10,-1002 3,-1072-3,46-9,-46 5,45-1,501 7,-551-3,0 1,25-7,39-3,19 0,-73 6,48-1,5 8,89-3,-109-9,-44 6,1 0,26 0,60 5,-88-1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20:28:24.77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2909 1,'-2897'0,"2886"0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20:28:28.4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4422 1,'-4422'0,"4535"0,-103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0:19:49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531 3 24575,'-124'-2'0,"-135"4"0,237 2-341,0 0 0,0 1-1,-38 14 1,38-11-6485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0:19:50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0 24575,'-5'2'0,"0"0"0,0 0 0,1 1 0,-1 0 0,1 0 0,-1 0 0,1 0 0,0 0 0,0 1 0,1 0 0,-1 0 0,-3 4 0,-3 3 0,-3 5 0,0-1 0,1 2 0,-17 28 0,-22 31 0,48-72 0,-4 4 0,1-1 0,0 1 0,0 0 0,-8 16 0,14-23 0,-1 1 0,1-1 0,-1 0 0,1 0 0,-1 0 0,1 1 0,0-1 0,0 0 0,-1 0 0,1 1 0,0-1 0,0 0 0,0 1 0,0-1 0,1 0 0,-1 0 0,0 1 0,0-1 0,1 0 0,-1 0 0,1 0 0,-1 1 0,1-1 0,-1 0 0,1 0 0,0 0 0,0 0 0,-1 0 0,1 0 0,0 0 0,0 0 0,0 0 0,0-1 0,0 1 0,0 0 0,0-1 0,1 1 0,-1 0 0,0-1 0,0 1 0,0-1 0,1 0 0,-1 1 0,0-1 0,2 0 0,204 35 64,-107-22-1493,-79-10-5397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0:19:51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24575,'-1'15'0,"0"-1"0,-1 1 0,-5 16 0,-4 29 0,5 21 0,10 135 0,10-152-1365,-9-47-5461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0:19:51.9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 24575,'1'-3'0,"0"0"0,-1 0 0,2 0 0,-1 0 0,0 0 0,0 0 0,1 0 0,0 0 0,-1 1 0,1-1 0,0 1 0,0-1 0,1 1 0,-1 0 0,0-1 0,1 1 0,0 0 0,5-2 0,52-28 0,-51 28 0,1 1 0,-1 0 0,1 0 0,0 1 0,0 1 0,0 0 0,0 0 0,0 1 0,15 1 0,-21-1 0,-1 1 0,0-1 0,1 1 0,-1 0 0,0 0 0,0 1 0,0-1 0,0 0 0,0 1 0,0 0 0,0 0 0,-1 0 0,1 0 0,0 0 0,-1 1 0,0-1 0,0 1 0,1-1 0,-1 1 0,-1 0 0,1 0 0,0 0 0,-1 0 0,0 0 0,1 0 0,-1 0 0,0 0 0,-1 1 0,1-1 0,0 0 0,-1 4 0,1 8 0,0 0 0,-1 0 0,-1 0 0,0 0 0,-1 0 0,-1 0 0,0-1 0,-1 1 0,-10 22 0,10-26 0,-1-1 0,-1-1 0,0 1 0,0-1 0,0 0 0,-1 0 0,-1-1 0,0 0 0,0 0 0,0 0 0,-1-1 0,0-1 0,-15 9 0,22-10 0,14-1 0,33 1 0,-3 0 0,-34-2 0,0 0 0,0 0 0,-1 0 0,1 1 0,-1 0 0,0 1 0,-1-1 0,1 1 0,-1 1 0,0-1 0,0 1 0,0 0 0,-1 0 0,0 1 0,0 0 0,-1 0 0,0 0 0,0 0 0,0 1 0,-1-1 0,3 10 0,-2-4 0,-1-1 0,0 0 0,0 1 0,-1 0 0,-1-1 0,0 1 0,-1 0 0,0 0 0,-1-1 0,0 1 0,-1 0 0,-1-1 0,-4 14 0,4-20 7,1 0 0,-1-1 0,0 1 0,-1-1 0,1 0 1,-1 0-1,0-1 0,0 1 0,-1-1 0,1 0 0,-1 0 0,0 0 0,0 0 0,-1-1 0,1 0 0,-11 4 0,4-2-219,-1-1 0,0 0 0,0-1-1,0 0 1,0-1 0,-23 1 0,14-3-6614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0:19:52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24575,'16'366'0,"-8"-273"24,10 62-1413,-14-133-5437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0:19:52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 24575,'4'-4'0,"6"-2"0,6-3 0,4-1 0,3 1 0,2 3 0,1 2 0,1 2 0,-1 1 0,0 0 0,0 2 0,-4-1-8191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0:19:53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24575,'5'0'0,"5"0"0,5 0 0,5 0 0,3 0 0,3 0 0,0 0 0,0 0 0,1 0 0,-1 0 0,0 0 0,0 0 0,-1 0 0,1 0 0,-5 0-8191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0:19:53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24575,'0'1'0,"1"0"0,-1 0 0,1 0 0,-1 1 0,1-1 0,-1 0 0,1 0 0,0 0 0,0 0 0,-1-1 0,1 1 0,0 0 0,0 0 0,0 0 0,0-1 0,0 1 0,0 0 0,0-1 0,0 1 0,1-1 0,-1 1 0,0-1 0,0 0 0,0 1 0,0-1 0,1 0 0,1 0 0,39 5 0,-37-5 0,53 3 60,62-4 0,-95-1-308,0-1 1,0-1-1,-1-1 1,1-2-1,24-8 1,-33 8-6579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0:19:53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0 24575,'-15'0'0,"1"0"0,-1 1 0,1 1 0,0 0 0,-1 1 0,-19 6 0,27-6 0,1 0 0,0 0 0,0 1 0,0 0 0,0 0 0,0 0 0,1 1 0,-1 0 0,1 0 0,1 0 0,-1 0 0,1 1 0,0 0 0,0 0 0,-4 8 0,1 1 0,0 0 0,1 0 0,1 0 0,0 1 0,1 0 0,1 0 0,0 0 0,1 0 0,1 1 0,0-1 0,2 1 0,3 29 0,1-24 0,0 1 0,2-1 0,0 0 0,2-1 0,0 0 0,1 0 0,1-1 0,21 28 0,-21-32 0,0-1 0,1-1 0,1 0 0,0 0 0,1-1 0,20 14 0,-24-21 0,0 0 0,0-1 0,1 0 0,-1 0 0,1-1 0,0 0 0,1-1 0,-1-1 0,0 0 0,1 0 0,16-1 0,23-1-1365,-29 0-5461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9:52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1511 55 24575,'-27'-2'0,"1"0"0,-32-8 0,30 5 0,-46-3 0,-17-5 0,68 8 0,-49-3 0,8 7 0,0 2 0,0 3 0,0 3 0,-112 27 0,96-11 0,-114 48 0,158-55 0,0 2 0,2 1 0,0 2 0,2 1 0,-41 36 0,58-42 0,0 1 0,1 0 0,1 1 0,1 1 0,1 0 0,0 0 0,2 1 0,0 0 0,1 1 0,1 0 0,1 0 0,1 1 0,-3 26 0,-2 34 0,4 1 0,5 91 0,2-132 0,1 0 0,2 1 0,3-2 0,1 1 0,2-1 0,1 0 0,3-1 0,1 0 0,37 68 0,-1-10 0,55 90 0,-78-150 0,1-1 0,1-1 0,2-2 0,40 32 0,-25-23 0,-17-14 0,2-2 0,51 34 0,-34-33 0,1-3 0,1-2 0,1-2 0,69 18 0,222 37 0,75-38 0,-186-23 0,462 32 0,-297-22 0,352 7 0,-537-31 0,212-4 0,-229-10 0,75-1 0,164-4 0,-284 9 0,195-29 0,-211 19 0,344-21 0,-432 38 0,123-1 0,-114 5 0,1-3 0,-1-2 0,93-18 0,7-14 0,-67 17 0,-2-3 0,0-4 0,119-52 0,-168 59 0,-1-2 0,-1-1 0,0-2 0,36-32 0,-55 42 0,-1-2 0,-1 0 0,0-1 0,-1 0 0,-1-1 0,-1 0 0,0-1 0,-1 0 0,-1-1 0,8-24 0,59-221 0,-66 212 0,-2-1 0,-2 1 0,-1-64 0,-5 98 0,0-18 0,-8-61 0,6 85 0,-1 1 0,0-1 0,0 1 0,-1 0 0,-1 0 0,0 0 0,0 0 0,-1 1 0,-9-12 0,-13-13 0,-1 2 0,-1 2 0,-2 0 0,-1 3 0,-2 0 0,0 2 0,-2 2 0,-1 1 0,-1 2 0,-43-17 0,-72-26 0,-278-76 0,-298-16 0,-522 24 0,564 120 0,419 15 0,-2129-3 0,2371 1 0,0 2 0,-33 7 0,-19 3 0,-101 11-1365,154-22-5461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9:59.0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5617 245 24575,'-6'-2'0,"0"0"0,0 0 0,1 0 0,-1 0 0,1-1 0,0 0 0,0 0 0,-5-5 0,-4 0 0,-29-15 0,-1 1 0,-1 3 0,-1 1 0,-80-19 0,-199-23 0,278 52 0,-90-6 0,-1 6 0,-150 10 0,92 2 0,-13-6 0,-199 4 0,-91 55 0,348-35 0,-738 130 0,545-84 0,-289 73 0,294-32 0,279-85 0,1 2 0,1 3 0,-80 53 0,115-64 0,0 1 0,1 1 0,1 1 0,1 1 0,1 1 0,1 0 0,-20 34 0,10-9 0,2 2 0,-36 100 0,54-119 0,1 1 0,2 0 0,2 0 0,0 0 0,2 1 0,6 52 0,-2 7 0,-3-60 0,1 0 0,1-1 0,2 1 0,2-1 0,0 0 0,2-1 0,1 1 0,2-1 0,21 41 0,-2-14 0,3-1 0,2-2 0,3-1 0,65 70 0,18 12 0,-79-86 0,2-1 0,75 64 0,-58-67 0,1-3 0,3-2 0,1-3 0,1-3 0,102 36 0,21-5 0,363 72 0,-41-57 0,5-47 0,-227-36 0,353 4 0,-420 12 0,96 1 0,-292-14 0,29 0 0,-1-1 0,88-15 0,-97 9 0,91-1 0,-9 1 0,215-13 0,32-4 0,-340 20 0,427-45 0,-235 24 0,33-1 0,-138 13 0,-1-5 0,216-60 0,-302 67 0,0-2 0,0-1 0,39-23 0,-56 27 0,0-1 0,-1-1 0,-1-1 0,0-1 0,0 0 0,-1-1 0,15-20 0,-7 2 0,-1 0 0,-2-2 0,-1 0 0,27-73 0,-39 77 0,-1 1 0,-2-1 0,0 0 0,-3 0 0,0 0 0,-5-45 0,1-12 0,5-18 0,1 48 0,-3 0 0,-10-74 0,4 103 0,-1 0 0,-2 0 0,-1 1 0,-1 0 0,-2 1 0,-28-47 0,-114-142 0,148 207 0,-29-33 0,-1 1 0,-2 2 0,-1 2 0,-57-40 0,-195-107 0,177 125 0,-3 5 0,-225-68 0,-408-58 0,456 119 0,230 46 0,19 3 0,-1 2 0,0 3 0,-76-4 0,-277 14-1365,371-3-5461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0:04.3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3737 30 24575,'-1'-2'0,"1"1"0,0 0 0,-1 0 0,0 0 0,1 0 0,-1 0 0,0 0 0,1 0 0,-1 0 0,0 0 0,0 0 0,0 0 0,0 0 0,0 1 0,0-1 0,0 0 0,0 1 0,0-1 0,0 1 0,-1-1 0,1 1 0,0-1 0,0 1 0,0 0 0,-1 0 0,1-1 0,-2 1 0,-40-5 0,38 5 0,-457-3 0,237 6 0,154-3 0,-490 15 0,112 24 0,208-9 0,74-7 0,104-12 0,1 2 0,0 3 0,-71 29 0,45-15 0,54-20 0,2 1 0,-1 2 0,2 1 0,0 2 0,0 0 0,2 2 0,-35 28 0,-120 130 0,5-4 0,139-136 0,2 2 0,1 2 0,2 1 0,2 2 0,2 1 0,2 2 0,2 0 0,2 2 0,-26 68 0,21-6 0,6-21 0,17-64 0,0 1 0,2 0 0,1 0 0,1 0 0,1 0 0,2 1 0,0-1 0,2 0 0,9 52 0,-6-58 0,0-1 0,1 0 0,1 0 0,1 0 0,1-1 0,0-1 0,2 1 0,-1-1 0,2-1 0,0 0 0,1-1 0,1 0 0,25 21 0,15 10 0,29 21 0,11 0 0,126 83 0,-178-125 0,0-3 0,2-2 0,57 19 0,145 33 0,-203-61 0,114 26 0,181 19 0,164-7 0,-384-40 0,325 12 0,-138-10 0,817 1 0,-684-14 0,1046 2 0,-1196-14 0,-25 0 0,705 13 0,-463 3 0,-451-4 0,0-3 0,0-2 0,83-21 0,-112 22 0,0-1 0,0-1 0,26-13 0,-40 15 0,-1 1 0,-1-1 0,1-1 0,-1 0 0,0 0 0,0-1 0,-1 0 0,0 0 0,11-16 0,-1-2 0,-2 1 0,0-2 0,-2 0 0,0-1 0,-3 0 0,0-1 0,-1 0 0,-2 0 0,-1-1 0,-2-1 0,0 1 0,-3-1 0,0-41 0,-3 25 0,-1-1 0,-3 1 0,-2 0 0,-2 0 0,-28-85 0,19 78 0,11 31 0,-1 0 0,-1 0 0,-1 1 0,-1 0 0,-16-23 0,-4 3 0,-1 1 0,-2 2 0,-40-36 0,19 22 0,22 21 0,-62-47 0,-13 5 0,-4 5 0,-2 5 0,-141-56 0,167 83 0,-104-43 0,-263-73 0,-156 1 0,148 43 0,351 89 0,-1 5 0,-133-1 0,50 2 0,82 2 0,-245-20 0,-378-16 0,-108 50 0,815-1 27,-52 10 0,31-3-1446,23-5-5407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0:09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2940 108 24575,'-11'-1'0,"-1"-1"0,1 0 0,0-1 0,0 0 0,0 0 0,-16-9 0,-42-10 0,24 13 0,-103-14 0,-331-4 0,369 26 0,-200 6 0,240 0 0,0 3 0,-95 23 0,118-19 0,-11 0 0,1 3 0,0 3 0,2 2 0,-104 53 0,86-25 0,2 2 0,-82 76 0,-115 132 0,197-187 0,-63 83 0,120-131 0,2 0 0,0 1 0,1 0 0,2 0 0,1 1 0,-10 48 0,-7 15 0,7-24 0,2 1 0,3 1 0,3 0 0,3 0 0,3 1 0,8 118 0,-2-167 0,1 0 0,1 0 0,1 0 0,1 0 0,0-1 0,1 0 0,1 0 0,1-1 0,19 29 0,-1-9 0,1 0 0,62 58 0,-44-54 0,1-3 0,2-1 0,2-3 0,1-2 0,1-2 0,1-2 0,83 27 0,23-3 0,235 44 0,-59-38 0,1-15 0,585-2 0,656-41 0,-1377-8 0,284-47 0,-343 36 0,222-3 0,-66 10 0,-16 0 0,-142 5 0,187-33 0,-190 21 0,279-55 0,-366 65 0,-1-2 0,-1-3 0,0-2 0,-1-1 0,-1-3 0,-1-2 0,64-43 0,-85 50 0,16-10 0,-2-2 0,56-53 0,-12 5 0,-58 57 0,-1-2 0,-1 0 0,-1-2 0,-1 0 0,21-31 0,0-13 0,-15 29 0,-3-1 0,-1-1 0,-1-1 0,17-53 0,-23 50 0,-3-1 0,-1-1 0,-2 0 0,-2 0 0,-3-1 0,-1 1 0,-4-56 0,-2 84 0,-1 0 0,-1 0 0,0 1 0,-2-1 0,1 1 0,-2 1 0,-1-1 0,0 1 0,0 1 0,-18-21 0,5 9 0,-1 2 0,-1 0 0,-1 1 0,-44-32 0,24 28 0,-2 1 0,-93-37 0,86 40 0,-86-33 0,-2 7 0,-264-58 0,-308-11 0,319 60 0,-329-22 0,5 17 0,362 27 0,-299 7 0,-505 31 0,1129 0-273,0 2 0,1 1 0,0 2 0,-39 12 0,36-9-6553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0:36.6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2965 188 24575,'-1'-2'0,"1"1"0,-1-1 0,1 1 0,-1 0 0,0 0 0,1-1 0,-1 1 0,0 0 0,0 0 0,0 0 0,0 0 0,0-1 0,0 2 0,0-1 0,0 0 0,-1 0 0,1 0 0,-2 0 0,-30-17 0,25 15 0,-19-9 0,0 1 0,-2 1 0,1 1 0,-1 2 0,0 1 0,0 1 0,-31 0 0,29 0 0,-58-16 0,64 14 0,0 1 0,-1 0 0,-44-2 0,-69-4 0,-19-1 0,109 13 0,-8-2 0,-1 4 0,1 1 0,-96 20 0,-166 40 0,144-13 0,29-3 0,80-28 0,-114 52 0,-168 130 0,282-160 0,38-26 0,1 2 0,1 0 0,0 2 0,2 1 0,0 1 0,-35 40 0,43-41 0,-7 7 0,2 1 0,0 1 0,2 0 0,1 2 0,1 0 0,-14 40 0,23-42 0,1 1 0,1 1 0,2-1 0,1 1 0,2 55 0,1-44 0,-1 0 0,3 0 0,0 0 0,3 0 0,16 67 0,-1-51 0,3 0 0,33 57 0,-34-71 0,-8-17 0,1 0 0,1-2 0,1 0 0,2 0 0,1-2 0,0 0 0,41 34 0,189 127 0,-225-167 0,21 10 0,1-2 0,82 32 0,50 26 0,-100-43 0,1-3 0,2-4 0,126 32 0,-129-41 0,2-3 0,0-5 0,128 11 0,-22-28 0,48 2 0,-124 11 0,58 3 0,-7-2 0,-9 0 0,-92-12 0,317-3 0,-245-11 0,63-1 0,-153 15 0,-1-2 0,1-2 0,-1-1 0,68-17 0,-40 6 0,140-13 0,-59 10 0,-146 18 0,64-10 0,0-2 0,0-4 0,72-26 0,-109 30 0,-18 8 0,1-1 0,-1 0 0,0-1 0,0-1 0,-1-1 0,0 0 0,0 0 0,-1-1 0,0-1 0,-1 0 0,12-13 0,1-9 0,-1-1 0,-2 0 0,-2-2 0,-1-1 0,-1 0 0,-2-1 0,18-72 0,-23 73 0,-2-1 0,-1 1 0,-2-1 0,-2 0 0,-1-45 0,-1 51 0,-2 1 0,-1-1 0,-1 1 0,-2-1 0,-1 1 0,-1 1 0,-1-1 0,-21-46 0,-6 10 0,-3 1 0,-3 1 0,-3 3 0,-58-63 0,63 84 0,-2 2 0,-50-36 0,-1 0 0,-177-139 0,-18 35 0,172 123 0,-2 4 0,-150-41 0,106 48 0,-55-18 0,173 49 0,-1 2 0,-1 2 0,-50-5 0,-22-3 0,67 11-32,0 1-1,-89 5 1,63 2-1236,53-2-5558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0:42.1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1300 268 24575,'-14'-12'0,"1"0"0,-2 2 0,0-1 0,0 2 0,0 0 0,-1 1 0,-1 1 0,1 0 0,-1 1 0,-1 1 0,-25-5 0,27 10 0,0 0 0,0 1 0,1 1 0,-1 1 0,1 0 0,0 0 0,0 2 0,0 0 0,-15 7 0,-15 10 0,-64 38 0,44-17 0,2 3 0,1 3 0,-59 62 0,73-65 0,-52 68 0,81-89 0,2 0 0,1 1 0,1 0 0,1 1 0,-12 34 0,-29 139 0,19-56 0,19-84 0,4 0 0,-9 85 0,-3-10 0,16-101 0,2 1 0,2-1 0,-2 45 0,7-35 0,-1-4 0,6 53 0,-3-79 0,1-1 0,0 1 0,0-1 0,2 0 0,-1 0 0,2 0 0,11 20 0,18 29 0,-27-45 0,1 0 0,0-1 0,1 0 0,1-1 0,0 0 0,2-1 0,-1 0 0,2 0 0,25 19 0,-11-15 0,0-1 0,2-2 0,-1-1 0,2-1 0,-1-1 0,2-2 0,-1-1 0,1-2 0,37 4 0,-3-2 0,-18-1 0,78 1 0,297-10 0,-405-1 0,0 0 0,-1-2 0,1 0 0,-1 0 0,0-2 0,0 0 0,21-11 0,38-13 0,-58 23 0,-2-1 0,1-1 0,-1-1 0,0 0 0,-1-1 0,0-1 0,20-20 0,17-13 0,-22 22 0,317-272 0,-330 275 0,-2 0 0,0-2 0,-1 0 0,-2 0 0,0-1 0,14-40 0,16-29 0,-41 90 0,11-20 0,0 0 0,-2-1 0,-1-1 0,12-43 0,7-117 0,-17 122 0,1-14 0,2-63 0,1-42 0,-14 74 0,-4-124 0,-3 183 0,-2 0 0,-2 0 0,-3 0 0,-1 2 0,-31-69 0,39 106 0,1 0 0,-1 1 0,-1 0 0,1 0 0,-1 0 0,-1 1 0,1 0 0,-1 0 0,-1 1 0,1 0 0,-1 0 0,0 1 0,0 0 0,-18-6 0,7 3 0,-1 1 0,-1 1 0,0 1 0,1 0 0,-43-2 0,-77-6 0,-36 0 0,143 13 0,4-1 0,0 1 0,0 2 0,0 1 0,0 1 0,-51 14 0,-39 26-1365,96-38-5461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0:42.92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1 191 24575,'0'-12'0,"1"-1"0,1 1 0,0 0 0,0 1 0,2-1 0,-1 0 0,1 1 0,1 0 0,0 0 0,0 0 0,1 0 0,8-9 0,-12 17 0,1 0 0,0 1 0,0-1 0,0 1 0,0-1 0,0 1 0,0 0 0,1 1 0,-1-1 0,1 0 0,-1 1 0,1 0 0,0 0 0,-1 0 0,1 0 0,0 0 0,0 1 0,0 0 0,-1 0 0,1 0 0,0 0 0,0 0 0,0 1 0,0 0 0,-1 0 0,8 2 0,-6-1 0,0 0 0,0 0 0,0 1 0,0-1 0,0 1 0,-1 0 0,1 1 0,-1-1 0,0 1 0,0 0 0,0 0 0,0 0 0,-1 0 0,0 0 0,0 1 0,0 0 0,0 0 0,2 6 0,0 10 0,-2 1 0,0 0 0,-1 0 0,-1 0 0,-1 1 0,-5 37 0,1 18 0,3-65 0,0-1 0,-1 0 0,-1 0 0,0 0 0,0 0 0,-1 0 0,0-1 0,-1 0 0,-1 1 0,0-2 0,0 1 0,-1-1 0,0 0 0,-15 15 0,16-20 16,0 0 0,0 0-1,-1 0 1,0-1 0,-7 4 0,-13 8-1476,12-5-5366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0:43.3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1 1 24575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0:52.9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24575,'11'0'0,"0"0"0,0 1 0,0 1 0,0 0 0,-1 1 0,1-1 0,0 2 0,-1 0 0,0 0 0,0 1 0,0 0 0,-1 1 0,1 0 0,-1 0 0,13 13 0,-12-9 0,-1 0 0,0 1 0,-1 0 0,0 0 0,-1 1 0,0 0 0,-1 0 0,0 0 0,-1 1 0,-1 0 0,0 0 0,3 15 0,23 107-1365,-24-114-5461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0:54.11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1 183 24575,'13'0'0,"0"1"0,0 0 0,0 1 0,0 0 0,0 1 0,0 1 0,0 0 0,-1 1 0,0 0 0,0 0 0,0 2 0,17 12 0,-20-14 0,0 1 0,0-1 0,1 0 0,-1-1 0,1 0 0,11 3 0,-19-7 0,0 1 0,0-1 0,0 0 0,0 1 0,1-1 0,-1 0 0,0 0 0,0-1 0,0 1 0,0 0 0,0-1 0,0 1 0,0-1 0,0 0 0,0 0 0,0 0 0,0 0 0,-1 0 0,1 0 0,0 0 0,-1 0 0,1-1 0,0 1 0,-1-1 0,0 1 0,1-1 0,-1 0 0,0 1 0,0-1 0,0 0 0,0 0 0,0 0 0,0 0 0,-1 0 0,1 0 0,0-3 0,7-25-273,-1-1 0,-2 1 0,-1-1 0,-1-62 0,-3 70-6553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0:54.7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44 24575,'1'-2'0,"-1"0"0,1 0 0,0 1 0,1-1 0,-1 0 0,0 1 0,0-1 0,1 1 0,-1-1 0,0 1 0,1 0 0,0 0 0,-1-1 0,1 1 0,0 0 0,-1 1 0,1-1 0,0 0 0,0 0 0,2 0 0,40-13 0,-39 13 0,0 1 0,0 0 0,0 0 0,0 0 0,0 0 0,0 1 0,0-1 0,0 1 0,0 0 0,0 1 0,-1-1 0,1 1 0,0 0 0,-1 1 0,1-1 0,-1 1 0,0-1 0,0 1 0,0 0 0,0 1 0,-1-1 0,1 1 0,-1 0 0,0 0 0,0 0 0,3 5 0,-3-4 0,0 1 0,0 0 0,0 0 0,-1 1 0,1-1 0,-2 0 0,1 1 0,-1-1 0,0 1 0,0 0 0,-1-1 0,0 1 0,0 0 0,0-1 0,-1 1 0,0-1 0,0 1 0,-1-1 0,-3 10 0,-6 1-1365,-1-6-5461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0:55.15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24575,'0'4'0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31:07.7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3416 506 24575,'-8'-6'0,"-1"0"0,1 1 0,-1 1 0,0-1 0,0 1 0,-1 1 0,1 0 0,-14-3 0,-13-5 0,-5-2 0,-1 1 0,-75-12 0,50 15 0,-3-1 0,-104-2 0,130 10 0,-57-9 0,-35-3 0,-404 15 0,482 3 0,1 2 0,-1 3 0,-88 26 0,24-6 0,40-9 0,0 4 0,1 4 0,-120 58 0,-209 151 0,356-202 0,1 3 0,3 3 0,1 1 0,-43 50 0,61-57 0,2 1 0,2 1 0,1 2 0,2 0 0,2 2 0,-24 59 0,-61 222 0,93-263 0,2 0 0,3 0 0,-2 100 0,11-137 0,6 210 0,-2-199 0,1 1 0,1-1 0,2 0 0,22 58 0,3-21 0,2-3 0,4 0 0,2-3 0,3-1 0,3-3 0,2-1 0,3-3 0,86 73 0,-82-85 0,2-2 0,1-2 0,3-3 0,89 40 0,273 89 0,-273-121 0,1-6 0,2-6 0,231 18 0,-110-25 0,462-14 0,-596-25 0,239-53 0,127-79 0,-446 124 0,-2-2 0,0-4 0,-2-1 0,-1-4 0,97-70 0,-117 73 0,-2-1 0,0-2 0,-2-1 0,-2-1 0,-1-2 0,-1-1 0,-2-1 0,39-79 0,-34 43 0,-4-1 0,-2-1 0,-4-1 0,-4 0 0,14-143 0,-20 110 0,-8-200 0,-7 254 0,-3 0 0,-2 1 0,-2 0 0,-3 0 0,-31-76 0,11 54 0,-3 3 0,-4 1 0,-2 2 0,-4 2 0,-3 2 0,-90-94 0,45 67 0,-3 5 0,-4 5 0,-156-99 0,142 111 0,-2 5 0,-3 6 0,-3 5 0,-140-42 0,166 68 0,0 4 0,-2 5 0,-1 4 0,0 5 0,-1 4 0,-108 6 0,100 13-1365,65-5-5461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20:38:45.19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1,'0'12580,"0"-12562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0:44:18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1705 122 24575,'-12'-1'0,"-1"-1"0,1 0 0,0-1 0,-1 0 0,-18-9 0,-27-6 0,43 14 0,-29-6 0,-1 2 0,0 1 0,-62-1 0,-109-4 0,4 0 0,-249 13 0,446-1 0,1 0 0,0 1 0,0 1 0,0 0 0,0 1 0,0 1 0,1 0 0,-1 1 0,1 0 0,0 1 0,1 0 0,-1 1 0,1 1 0,0 0 0,1 1 0,0 0 0,1 0 0,-16 18 0,7 1 0,0 2 0,2 0 0,2 1 0,1 1 0,1 0 0,1 0 0,2 2 0,2-1 0,-8 54 0,10-16 0,6 141 0,2-89 0,-3-34 0,3 101 0,4-155 0,1 1 0,2-1 0,2-1 0,17 41 0,-13-36 0,-8-22 0,1 0 0,0 0 0,2 0 0,0-2 0,0 1 0,2-1 0,0 0 0,23 21 0,-13-17 0,1 0 0,1-1 0,1-2 0,50 25 0,7-7 0,2-3 0,144 33 0,-193-55 0,413 90 0,109 29 0,197 46 0,-525-136 0,149 20 0,-231-36 0,-78-10 0,0-3 0,78 0 0,-93-9 0,100-6 0,-137 4 0,1-1 0,-1-1 0,0-1 0,-1 0 0,1-1 0,27-14 0,-7-3 0,-2-1 0,48-41 0,-59 45 0,17-14 0,-2-1 0,55-62 0,-81 81 0,-1-1 0,0 0 0,-1 0 0,-1-1 0,-1 0 0,0-1 0,-2 0 0,0-1 0,7-33 0,-7 19 0,0-2 0,3-50 0,-9 74 0,-2-1 0,1 1 0,-1-1 0,-1 1 0,0 0 0,-1 0 0,-8-23 0,-6-11 0,-3 1 0,-1 1 0,-2 1 0,-54-74 0,-129-123 0,163 197 0,-2 2 0,-1 2 0,-62-40 0,-25-1 0,-3 6 0,-3 6 0,-172-58 0,-456-100 0,432 124 0,294 88 0,-77-21 0,-1 6 0,-201-24 0,283 48-682,-44-10-1,64 10-6143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0:43:59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1784 307 24575,'0'-1'0,"-1"0"0,1-1 0,-1 1 0,0 0 0,1 0 0,-1 0 0,0-1 0,0 1 0,0 0 0,1 0 0,-1 0 0,0 0 0,-1 1 0,1-1 0,0 0 0,0 0 0,0 1 0,-2-2 0,-31-15 0,17 9 0,-13-8 0,-1 2 0,0 1 0,-1 1 0,-56-12 0,13 3 0,29 7 0,-2-2 0,-2 1 0,1 3 0,-2 2 0,1 2 0,-63-2 0,63 10 0,-93 5 0,125-2 0,0 0 0,1 1 0,-1 0 0,1 1 0,-33 15 0,-26 23 0,-110 80 0,177-117 0,-59 38 0,42-28 0,0 2 0,-45 38 0,7 1 0,41-38 0,0 2 0,-23 26 0,39-38 0,0 1 0,0 0 0,1 0 0,0 1 0,0 0 0,1 0 0,1 0 0,-6 24 0,4 2 0,2 0 0,1 1 0,3 0 0,6 66 0,-1-66 0,2-1 0,2 0 0,2-1 0,0 0 0,31 60 0,-16-49 0,3-1 0,1-2 0,2-1 0,3-1 0,59 56 0,-64-73 0,2 0 0,1-2 0,1-1 0,1-2 0,65 28 0,-59-29 0,65 35 0,-54-25 0,2-3 0,1-2 0,57 16 0,202 34 0,-276-66 0,195 45 0,99 10 0,121 18 0,-172-50 0,-228-26 0,267 46 0,-242-43 0,163 10 0,-128-17 0,125-4 0,-228 1 0,0 0 0,0-1 0,0 0 0,0 0 0,-1-1 0,0 0 0,1-1 0,-1 0 0,-1 0 0,1-1 0,-1 0 0,0-1 0,0 0 0,13-15 0,-1-2 0,-1-1 0,-2-1 0,25-45 0,67-155 0,-84 173 0,110-277 0,-108 273 0,-11 26 0,-1-1 0,16-56 0,-21 48 0,-2 0 0,-1-1 0,1-50 0,-8 67 0,0 0 0,-2 0 0,0 0 0,-2 0 0,0 1 0,-16-46 0,15 59 0,1 0 0,-2 0 0,0 1 0,0-1 0,-1 1 0,0 1 0,-11-12 0,-66-52 0,27 23 0,20 21 0,-1 1 0,0 2 0,-2 1 0,-1 3 0,-62-24 0,66 29 0,-48-22 0,-2 4 0,-166-41 0,-5 6 0,68 14 0,84 28 0,-211-46 0,254 62 0,1 3 0,-71 1 0,84 5 0,-51-9 0,51 4 0,-54 1 0,54 5-273,0 3 0,0 2 0,0 1 0,-57 16 0,84-15-6553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0:59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797 33 24575,'-56'-21'0,"12"15"0,0 2 0,-1 2 0,-86 8 0,122-4 0,-1-1 0,1 1 0,-1 1 0,1 0 0,0 0 0,0 1 0,0 0 0,1 1 0,-1 0 0,1 0 0,0 0 0,1 1 0,-10 10 0,-7 8 0,1 2 0,-28 42 0,0-2 0,43-57 0,-97 125 0,92-115 0,1 0 0,1 1 0,1 1 0,0-1 0,-9 32 0,16-39 0,1 1 0,0-1 0,1 0 0,0 1 0,1-1 0,1 1 0,0-1 0,4 21 0,6 13 0,18 49 0,2 6 0,-24-79 0,0 1 0,2-1 0,0 0 0,1-1 0,2 0 0,0-1 0,1 0 0,1-1 0,1 0 0,1-2 0,0 1 0,2-2 0,26 21 0,-24-26 0,0-1 0,1-1 0,26 9 0,-21-8 0,40 21 0,-43-18 0,1-1 0,0-1 0,1-2 0,1 0 0,-1-1 0,1-2 0,1 0 0,-1-2 0,1-1 0,0-1 0,36-1 0,19-1 0,75-4 0,-135-1 0,1-1 0,-1-1 0,-1 0 0,36-17 0,9-2 0,144-27 0,-163 43 0,0-1 0,0-2 0,-1-2 0,-1-3 0,66-33 0,-95 41 0,24-14 0,41-33 0,-43 29 0,-27 20 0,1-2 0,-2 1 0,19-19 0,-25 23 0,-1-1 0,0 0 0,0 1 0,0-1 0,0 0 0,-1 0 0,0-1 0,0 1 0,0 0 0,-1-1 0,1 1 0,-2-1 0,2-6 0,-2-5 0,0 0 0,-1 1 0,-1-1 0,0 1 0,-1-1 0,-1 1 0,-10-28 0,-8-7 0,-27-48 0,31 65 0,2 7 0,-1 1 0,-1 0 0,-26-27 0,-26-35 0,55 68 0,-1 1 0,0 1 0,-1 1 0,-1 0 0,-1 1 0,0 1 0,-1 1 0,-25-14 0,-5 2 0,0 2 0,-79-27 0,88 39 0,-80-14 0,56 18 0,-33-5 0,67 8-123,0 1 0,-1 1 0,-47 4-1,52-1-748,4 0-5954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1:02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996 108 24575,'-17'-1'0,"1"-1"0,0-1 0,-19-4 0,-38-6 0,12 12 0,1 2 0,-1 3 0,1 3 0,-64 15 0,32 0 0,-168 65 0,254-84 0,0 0 0,0 1 0,1-1 0,-1 1 0,1 0 0,0 0 0,0 1 0,1 0 0,-1 0 0,1 0 0,0 0 0,1 0 0,-1 1 0,1 0 0,0 0 0,0 0 0,1 0 0,-1 0 0,-1 13 0,-2 9 0,1 1 0,2 0 0,0 37 0,2-46 0,-15 215 0,15-220 0,1 1 0,1 0 0,1 0 0,0-1 0,1 1 0,8 26 0,41 87 0,-38-98 0,-3-10 0,1 0 0,1 0 0,0-1 0,2-1 0,18 20 0,0-5 0,59 48 0,-55-56 0,0-1 0,44 20 0,-22-13 0,-8-6 0,1-3 0,2-2 0,107 28 0,-68-20 0,-48-14 0,82 16 0,427 39 0,-461-61 0,-1-4 0,125-10 0,-113-3 0,-1-5 0,164-41 0,-257 51 0,1 1 0,-1-2 0,0 1 0,0-1 0,0-1 0,0 0 0,-1 0 0,1-1 0,-1 0 0,-1-1 0,1 0 0,-1 0 0,0-1 0,-1 1 0,0-2 0,0 1 0,-1-1 0,0 0 0,8-17 0,-1-12 0,-1 0 0,-2-1 0,-2 0 0,-2 0 0,-1-1 0,-2 0 0,-1 1 0,-5-44 0,-3 48 0,-2 1 0,-1 0 0,-2 0 0,-23-51 0,6 15 0,13 35 0,-1 1 0,-2 1 0,-2 0 0,-1 2 0,-1 0 0,-30-31 0,-168-155 0,193 194 0,-2 1 0,0 2 0,-1 1 0,-2 1 0,-60-25 0,-176-45 0,152 53 0,75 22 0,-1 3 0,0 1 0,-1 2 0,0 2 0,-63 0 0,68 6 0,-121 6 0,139-5 0,0 2 0,1 0 0,0 2 0,-1 0 0,2 1 0,-19 9 0,17-6-1365,3-1-5461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1:09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822 135 24575,'-1'-2'0,"1"0"0,0 1 0,-1-1 0,0 1 0,1-1 0,-1 1 0,0-1 0,0 1 0,0 0 0,0-1 0,0 1 0,0 0 0,0 0 0,0 0 0,-1 0 0,1 0 0,0 0 0,-1 0 0,1 0 0,0 0 0,-1 0 0,-1 0 0,-39-15 0,34 13 0,-37-12 0,8 1 0,-71-15 0,69 22 0,-3-2 0,-56-2 0,84 10 0,0 1 0,-1 1 0,1 0 0,0 1 0,0 0 0,0 1 0,-26 10 0,32-10 0,-14 5 0,0 2 0,-36 21 0,52-27 0,-1 1 0,1 0 0,0 0 0,1 1 0,-1-1 0,1 1 0,0 0 0,0 1 0,1-1 0,0 1 0,0 0 0,-3 9 0,-1 5 0,2 0 0,0 0 0,2 1 0,0 0 0,-1 32 0,-6 36 0,4-47 0,0 63 0,6-75 0,2 1 0,1-1 0,13 61 0,-12-80 0,1 0 0,1-1 0,0 1 0,0-1 0,1 0 0,1 0 0,-1-1 0,2 0 0,-1 0 0,2-1 0,-1 0 0,1 0 0,10 8 0,13 4 0,2-1 0,-1-1 0,2-2 0,0-1 0,64 19 0,-59-21 0,2-2 0,2-1 0,-1-2 0,1-3 0,58 3 0,-85-8 0,151 24 0,-116-15 0,1-2 0,70 1 0,-98-9 0,59 0 0,135-18 0,88-20 0,-291 35 0,-1-1 0,0-1 0,-1 0 0,1-1 0,-1 0 0,0-1 0,0-1 0,13-10 0,39-20 0,-55 32 0,0-1 0,0 0 0,-1 0 0,0-1 0,-1 0 0,0-1 0,0 0 0,0-1 0,-2 0 0,1 0 0,-1 0 0,0-1 0,-1 0 0,-1-1 0,0 1 0,6-21 0,-8 23 0,0-1 0,-1 1 0,0-1 0,-1 1 0,0-1 0,-1 0 0,0 1 0,0-1 0,-1 0 0,0 1 0,-1-1 0,0 1 0,0 0 0,-1-1 0,0 1 0,-1 0 0,0 0 0,-1 1 0,1 0 0,-2-1 0,1 1 0,-9-8 0,-15-12 0,-1 1 0,-1 2 0,-1 2 0,-2 0 0,-43-21 0,-37-21 0,-4 4 0,-128-46 0,112 51 0,85 34 0,-83-27 0,59 24 0,57 19 0,0 0 0,-1 1 0,0 0 0,0 1 0,0 1 0,-23-1 0,-12 4-1365,29 1-5461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1:11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823 266 24575,'1'-1'0,"-1"0"0,1 0 0,0 1 0,0-1 0,-1 0 0,1 0 0,0 0 0,-1 0 0,1 0 0,-1 0 0,1 0 0,-1 0 0,0 0 0,0 0 0,1 0 0,-1-1 0,0 1 0,0 0 0,0 0 0,0 0 0,0 0 0,0 0 0,0 0 0,0 0 0,-1-2 0,0 1 0,0 0 0,0 0 0,-1 0 0,1 0 0,-1 0 0,1 1 0,-1-1 0,1 0 0,-1 1 0,0-1 0,-3-1 0,-8-5 0,0 1 0,0 0 0,-18-5 0,19 7 0,-17-5 0,0 1 0,-54-8 0,0-1 0,42 10 0,0 2 0,-1 2 0,0 1 0,0 2 0,-68 8 0,101-5 0,1 0 0,-1 0 0,1 0 0,0 1 0,0 1 0,0-1 0,0 2 0,0-1 0,1 1 0,0 0 0,0 0 0,0 1 0,1-1 0,0 2 0,-8 8 0,8-7 0,-1 0 0,1 1 0,1-1 0,0 1 0,0 0 0,0 1 0,1-1 0,1 1 0,0 0 0,0 0 0,1 0 0,-2 17 0,5 201 0,1-85 0,-1-129 0,0 0 0,1 1 0,0-1 0,2-1 0,-1 1 0,2 0 0,0-1 0,0 0 0,1 0 0,1-1 0,0 1 0,14 17 0,11 10 0,2-2 0,46 40 0,-31-30 0,-32-32 0,0-1 0,1-1 0,0-1 0,1 0 0,40 18 0,-15-12 0,82 23 0,-81-27 0,76 38 0,-90-37 0,0-2 0,1-1 0,0-1 0,1-2 0,39 7 0,88 15 0,-28-7 0,-74-16 0,-12-1 0,88 3 0,-39-10 0,100-4 0,-171-1 0,-2-1 0,1-1 0,38-15 0,-5 1 0,-30 12 0,0-2 0,0-1 0,-1-2 0,0 0 0,25-18 0,-39 23 0,1-1 0,-1 0 0,0-1 0,-1 0 0,0 0 0,-1-1 0,0-1 0,-1 1 0,0-1 0,-1-1 0,10-22 0,-15 26 0,0 0 0,0 0 0,-1 0 0,-1 0 0,0-1 0,0 1 0,0 0 0,-1 0 0,-1 0 0,1 0 0,-2 0 0,1 0 0,-1 0 0,0 1 0,-8-15 0,-8-13 0,-2 0 0,-27-36 0,38 58 0,-18-22 0,-2 2 0,-2 1 0,0 2 0,-66-48 0,32 26 0,16 14 0,-1 2 0,-81-42 0,-120-45 0,107 55 0,41 17 0,21 8 0,-166-59 0,189 86-227,-1 3-1,-1 2 1,1 4-1,-1 2 1,-80 2-1,119 4-6598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22:04:15.0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1 161,'219'13,"10"1,65-13,204-4,-267-24,-45 3,116-12,-85 5,-140 22,-26 5,65 3,-74 3,0-3,73-10,-26-6,165-9,-228 25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4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 24575,'17'-1'0,"1"-1"0,31-8 0,29-2 0,397 10 67,-243 4-1499,-210-2-5394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4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24575,'1'18'0,"1"0"0,7 28 0,2 23 0,-7 261 6,-6-195-1377,2-113-5455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5.7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303 104 24575,'0'-4'0,"-1"-1"0,0 1 0,0-1 0,-1 1 0,0 0 0,1 0 0,-1 0 0,-1 0 0,1 0 0,-1 0 0,1 0 0,-1 1 0,0-1 0,0 1 0,-1 0 0,1 0 0,-1 0 0,1 0 0,-1 0 0,0 1 0,0 0 0,0 0 0,0 0 0,-8-2 0,4 1 0,0 0 0,0 0 0,1 1 0,-2 0 0,1 1 0,0-1 0,0 2 0,0-1 0,0 1 0,-1 0 0,1 1 0,0 0 0,-10 3 0,13-2 0,1 0 0,-1 1 0,1 0 0,0 0 0,-1 0 0,1 1 0,1-1 0,-1 1 0,0 0 0,1 0 0,0 0 0,0 1 0,0-1 0,1 1 0,-1 0 0,1-1 0,0 1 0,1 0 0,-2 6 0,-4 15 0,1 1 0,-4 39 0,6-34 0,0-5 0,1 1 0,1-1 0,1 1 0,3 33 0,0-50 0,0-1 0,0 1 0,1-1 0,0 1 0,1-1 0,0 0 0,1 0 0,0-1 0,0 1 0,1-1 0,0 0 0,1-1 0,12 14 0,-8-11 0,0-1 0,1-1 0,0 0 0,0-1 0,1 0 0,0 0 0,1-2 0,-1 0 0,1 0 0,0-1 0,1-1 0,-1 0 0,1-1 0,0-1 0,15 1 0,-29-2 0,1-1 0,-1 0 0,1 0 0,-1 0 0,1 0 0,-1 0 0,1 0 0,-1 0 0,1 0 0,-1 0 0,1-1 0,-1 1 0,1-1 0,-1 1 0,0-1 0,1 0 0,-1 1 0,0-1 0,1 0 0,-1 0 0,0 0 0,0 0 0,0 0 0,0 0 0,0 0 0,0 0 0,0 0 0,0-1 0,0 1 0,0 0 0,-1-1 0,1 1 0,0-1 0,-1 1 0,0 0 0,1-1 0,-1 1 0,0-1 0,1 1 0,-1-1 0,0 1 0,0-1 0,0 0 0,-1 1 0,1-1 0,0 1 0,0-1 0,-1 1 0,1 0 0,-1-1 0,0-1 0,-5-11 0,0 0 0,-1 0 0,-1 0 0,-10-15 0,6 10 0,7 11 0,0-1 0,1-1 0,1 1 0,0-1 0,0 1 0,-2-15 0,5 22 0,0 1 0,-1-1 0,1 0 0,0 1 0,0-1 0,0 0 0,1 1 0,-1-1 0,0 0 0,1 1 0,-1-1 0,1 1 0,-1-1 0,1 1 0,0-1 0,0 1 0,-1-1 0,3-1 0,-1 2 0,-1 0 0,1 0 0,-1 0 0,1 1 0,0-1 0,-1 1 0,1-1 0,0 1 0,-1-1 0,1 1 0,0 0 0,0 0 0,0 0 0,-1 0 0,1 0 0,0 1 0,0-1 0,-1 0 0,1 1 0,0-1 0,-1 1 0,3 1 0,36 12 0,-27-9 0,0 0 0,0-1 0,1 0 0,0-1 0,27 2 0,9-5-1365,-27 0-5461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6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 24575,'2'158'0,"-4"176"0,-21-140-1365,21-169-5461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6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1 103 24575,'16'-1'0,"1"-1"0,-1-1 0,0-1 0,0 0 0,21-9 0,23-6 0,15 1-341,2 4 0,0 3-1,122-2 1,-173 13-6485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6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24575,'5'2'0,"0"0"0,0 0 0,0 1 0,0 0 0,-1 0 0,0 0 0,1 1 0,-1-1 0,0 1 0,-1 0 0,1 0 0,3 5 0,-1-2 0,23 29 0,-1 1 0,25 44 0,-3-4 0,-10-21-341,-3 3 0,-2 0-1,50 119 1,-78-156-6485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7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1 814 24575,'1'-6'0,"1"0"0,0 1 0,0-1 0,1 0 0,0 1 0,0-1 0,0 1 0,0 0 0,7-7 0,-1 0 0,244-329 0,-201 280 0,3 2 0,3 3 0,83-63 0,-117 101-116,-3 1-196,1 1-1,1 1 1,26-12 0,-25 17-6514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1:02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1 596 24575,'1'-7'0,"1"0"0,-1 1 0,1-1 0,1 0 0,-1 0 0,1 1 0,6-9 0,6-19 0,32-88 0,86-159 0,-102 220 0,-10 28 0,-21 33 0,0 0 0,1-1 0,-1 1 0,0 0 0,1 0 0,-1-1 0,0 1 0,1 0 0,-1 0 0,0 0 0,1 0 0,-1 0 0,0-1 0,1 1 0,-1 0 0,0 0 0,1 0 0,-1 0 0,0 0 0,1 0 0,-1 0 0,1 0 0,-1 0 0,0 0 0,1 0 0,-1 1 0,0-1 0,1 0 0,-1 0 0,1 0 0,8 20 0,4 56 0,-3-1 0,1 102 0,0 13 0,-4-113-110,-2-10-308,3 0-1,29 113 1,-31-160-6408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1:03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90 24575,'0'-1'0,"1"0"0,-1 0 0,0-1 0,0 1 0,-1 0 0,1 0 0,0-1 0,0 1 0,-1 0 0,1 0 0,0-1 0,-1 1 0,1 0 0,-1 0 0,0 0 0,1 0 0,-1 0 0,0 0 0,0 0 0,1 0 0,-1 0 0,0 0 0,0 0 0,0 0 0,0 1 0,0-1 0,0 0 0,-1 1 0,1-1 0,0 1 0,0-1 0,0 1 0,-1 0 0,1-1 0,0 1 0,0 0 0,-1 0 0,1 0 0,0 0 0,0 0 0,-1 0 0,1 0 0,0 0 0,0 0 0,-1 1 0,-1 0 0,-2 0 0,1 1 0,-1-1 0,1 1 0,-1 0 0,1 0 0,0 1 0,0-1 0,0 1 0,0 0 0,0 0 0,-5 5 0,4 0 0,0 0 0,1 0 0,0 0 0,0 1 0,1-1 0,0 1 0,0 0 0,1 0 0,-2 15 0,-4 88 0,8-93 0,-1 29 0,1-1 0,11 75 0,-8-104 0,1-1 0,0 0 0,1 0 0,1 0 0,0-1 0,1 1 0,1-1 0,1-1 0,0 0 0,14 18 0,-18-28 0,-1 0 0,1 0 0,0 0 0,1 0 0,-1-1 0,1 0 0,0 0 0,0-1 0,0 1 0,0-1 0,1-1 0,-1 1 0,1-1 0,-1 0 0,1-1 0,8 2 0,-10-3 0,0 0 0,0-1 0,0 1 0,0-1 0,0 0 0,0 0 0,0 0 0,0-1 0,0 1 0,-1-1 0,1-1 0,0 1 0,-1-1 0,0 1 0,0-1 0,0 0 0,0-1 0,0 1 0,0-1 0,-1 0 0,0 0 0,5-6 0,8-14 0,-1-2 0,-2 1 0,0-2 0,-1 0 0,-2 0 0,-1-1 0,-1 0 0,-1 0 0,-2-1 0,4-58 0,-4 26 0,-1 22 0,-2-69 0,-2 96 0,-2 0 0,0 0 0,0 0 0,-1 0 0,0 1 0,-1-1 0,0 1 0,-1 0 0,-1 0 0,-6-11 0,9 19 0,1 0 0,0 0 0,-1 0 0,1 0 0,-1 1 0,0-1 0,0 1 0,0 0 0,0 0 0,0 0 0,0 0 0,0 0 0,-1 1 0,1-1 0,-1 1 0,1 0 0,-1 0 0,-6 0 0,3 0 0,-1 1 0,1 1 0,-1-1 0,1 1 0,0 0 0,0 1 0,-1 0 0,1 0 0,-7 3 0,-5 4 0,0 1 0,1 0 0,0 1 0,0 1 0,-28 26 0,9 0-1365,20-22-5461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1:04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34 506 24575,'0'1'0,"1"0"0,-1 0 0,0 0 0,1 0 0,-1 0 0,1-1 0,-1 1 0,1 0 0,-1 0 0,1-1 0,0 1 0,-1-1 0,1 1 0,0 0 0,0-1 0,-1 1 0,1-1 0,0 1 0,0-1 0,0 0 0,-1 1 0,1-1 0,0 0 0,0 0 0,0 1 0,0-1 0,0 0 0,0 0 0,0 0 0,0 0 0,-1 0 0,1 0 0,0 0 0,2-1 0,32-6 0,-25-1 0,1 1 0,-1-2 0,-1 1 0,0-1 0,0-1 0,0 1 0,-1-2 0,-1 1 0,0-1 0,0 0 0,-1 0 0,-1-1 0,8-22 0,-5 10 0,-1-1 0,-2 0 0,0 0 0,-2 0 0,-1 0 0,-1-28 0,-1 44 0,0-1 0,-1 0 0,-1 0 0,0 0 0,0 1 0,-1-1 0,0 1 0,0 0 0,-1-1 0,-1 2 0,1-1 0,-2 0 0,-10-13 0,15 21 0,1 0 0,-1 1 0,0-1 0,1 0 0,-1 1 0,0-1 0,0 1 0,1-1 0,-1 1 0,0 0 0,0-1 0,0 1 0,0 0 0,0 0 0,1-1 0,-1 1 0,0 0 0,0 0 0,0 0 0,0 0 0,0 0 0,0 0 0,0 0 0,0 1 0,1-1 0,-3 1 0,1 0 0,1 0 0,-1 0 0,0 1 0,1-1 0,-1 1 0,1-1 0,0 1 0,-1-1 0,1 1 0,0 0 0,-2 3 0,-19 60 0,19-54 0,-8 25 0,3-14 0,2 1 0,0 1 0,-2 26 0,7-42 0,1 1 0,0-1 0,1 0 0,-1 1 0,2-1 0,-1 0 0,1 0 0,0 0 0,1 0 0,0-1 0,0 1 0,1 0 0,4 6 0,10 15 0,12 19 0,25 55 0,-46-84 0,-2 0 0,0 0 0,-2 1 0,0 0 0,-1 0 0,3 33 0,-3 33 0,-9 108 0,4-190 0,1 0 0,-1 0 0,0 0 0,-1-1 0,1 1 0,-1 0 0,1 0 0,-1-1 0,0 1 0,-1-1 0,1 1 0,-1-1 0,1 0 0,-1 0 0,0 0 0,0 0 0,0-1 0,0 1 0,-1-1 0,1 0 0,-1 0 0,0 0 0,1 0 0,-1-1 0,0 1 0,0-1 0,-6 1 0,5-1 0,0 0 0,0 0 0,0-1 0,0 1 0,0-1 0,1 0 0,-1-1 0,0 1 0,0-1 0,0 0 0,0 0 0,1-1 0,-1 1 0,0-1 0,1 0 0,-1 0 0,1-1 0,0 1 0,0-1 0,0 0 0,0 0 0,-5-6 0,0-1 0,1-1 0,1-1 0,0 1 0,0-1 0,1 0 0,0-1 0,2 1 0,-1-1 0,1 0 0,1 0 0,0-1 0,1 1 0,1-1 0,0 1 0,0-1 0,2 1 0,2-24 0,2 15 0,0 0 0,1 0 0,1 1 0,1 0 0,1 0 0,1 1 0,1 0 0,0 1 0,27-34 0,-15 23-70,-6 8-578,34-36 1,-34 43-6179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1:05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54 24575,'-5'0'0,"0"0"0,0 0 0,1 1 0,-1-1 0,0 1 0,1 0 0,-1 0 0,1 1 0,-1-1 0,1 1 0,0 0 0,0 0 0,0 0 0,0 1 0,0 0 0,0 0 0,0 0 0,1 0 0,0 0 0,-1 1 0,1-1 0,0 1 0,1 0 0,-1 0 0,-1 4 0,-1 3 0,1-1 0,1 1 0,0 0 0,0 1 0,1-1 0,1 0 0,0 1 0,0-1 0,2 14 0,-10 133 0,1-69 0,-1 18 0,4-67 0,1 1 0,3 1 0,1-1 0,1 0 0,12 62 0,-12-98 0,0 0 0,1 0 0,0 0 0,0-1 0,0 1 0,0-1 0,1 1 0,0-1 0,0 0 0,0 0 0,0 0 0,1 0 0,-1 0 0,1-1 0,0 0 0,0 0 0,6 3 0,-7-4 0,0 0 0,1-1 0,-1 0 0,1 0 0,-1 0 0,1 0 0,-1-1 0,1 1 0,0-1 0,-1 0 0,1 0 0,0 0 0,-1 0 0,1-1 0,-1 0 0,1 1 0,-1-1 0,1-1 0,-1 1 0,1 0 0,-1-1 0,0 0 0,0 0 0,5-3 0,8-8 0,-1-1 0,0 0 0,-1 0 0,-1-2 0,16-21 0,51-92 0,-70 111 0,-1 2 0,0-2 0,-2 1 0,0-1 0,-1 0 0,0-1 0,-2 1 0,0-1 0,-2 0 0,0 0 0,0 0 0,-4-34 0,0 27 0,-2 0 0,-1 0 0,-1 0 0,-1 1 0,-1-1 0,-1 2 0,-25-48 0,-56-50 0,87 116-85,0-1 0,-1 1-1,0 0 1,0 0 0,0 0-1,-1 1 1,0-1 0,0 1-1,0 0 1,-1 0 0,1 1-1,-1 0 1,0 0 0,-1 0-1,-7-3 1,2 5-6741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22:04:06.2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1,'36'-1,"1"2,-1 2,51 9,25 4,-22-5,-6 4,0-4,119 0,-98-11,-82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22:04:11.6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1,'451'0,"-431"1,0 1,35 8,-34-5,1-2,24 2,302-4,-167-2,-158 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0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2875 433 24575,'-18'-1'0,"1"-1"0,-1-1 0,0-1 0,-30-11 0,-36-6 0,53 16 0,-153-28 0,-20-1 0,69 15 0,-143-18 0,-114 30 0,227 10 0,-191 12 0,66 16 0,278-30 0,-44 3 0,0 3 0,0 2 0,1 3 0,-64 22 0,104-27 0,0 1 0,0 0 0,1 1 0,1 1 0,-1 0 0,2 1 0,-1 0 0,1 1 0,1 0 0,-10 15 0,1 0 0,2 1 0,1 0 0,1 2 0,-12 32 0,21-45 0,2 1 0,0 0 0,1 0 0,1 0 0,-2 32 0,7 97 0,1-56 0,-3-55 0,-1 17 0,3 0 0,13 83 0,-7-91 0,-2-10 0,2 0 0,15 44 0,61 178 0,-71-217 0,2-2 0,1 0 0,23 38 0,28 67 0,-35-49 0,-13-39 0,35 78 0,86 171 0,-110-239 0,3 11 0,3-1 0,3-2 0,50 69 0,-56-98 0,66 69 0,-82-97 0,0-1 0,1 0 0,1-2 0,0 0 0,1-1 0,38 17 0,-2-8 0,0-3 0,1-2 0,64 8 0,180 13 0,-250-32 0,972 36 0,-748-43 0,424 4 0,-417 9 0,110 3 0,-359-14 0,531-4 0,-2-34 0,-404 27 0,177 10 0,-142 4 0,1001-3 0,-1166 2 0,0 1 0,0 1 0,42 12 0,-41-8 0,0-2 0,0-1 0,34 2 0,-24-4 0,48 9 0,-9-1 0,-3-1 0,-32-3 0,67 1 0,576-9 0,-672 0 0,-1-1 0,1 0 0,-1-1 0,0 0 0,0-1 0,20-9 0,33-9 0,-17 10 0,66-25 0,-95 28 0,-1 0 0,0-1 0,0 0 0,-1-2 0,-1 0 0,17-15 0,6-10 0,-1-1 0,-2-2 0,-2-1 0,-1-2 0,-3-2 0,-1 0 0,29-64 0,38-112 0,-86 188 0,-1 0 0,-2-1 0,-1 0 0,5-67 0,-2 5 0,-6 78 0,-1-1 0,-1 1 0,-1 0 0,-1-1 0,0 1 0,-1 0 0,-2-1 0,-7-35 0,-16-29 0,19 53 0,-1 1 0,-2 0 0,-1 0 0,-2 1 0,0 1 0,-2 0 0,-20-29 0,-37-30 0,-4 3 0,-3 4 0,-4 3 0,-3 4 0,-135-88 0,77 77 0,-277-113 0,115 81 0,162 65 0,61 19 0,-921-295 0,866 291 0,-260-61 0,-426-58 0,707 135 0,7 1 0,-164-6 0,162 20 0,-122-21 0,-110-36 0,192 32 0,27 6 0,-217-36 0,233 45 0,-127 0 0,25 2 0,1 0 0,105 12 0,0 4 0,1 5 0,-108 24 0,127-15-99,-217 42-1167,278-56-5560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1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24575,'0'56'0,"1"57"0,-4 0 0,-22 130 0,-19 46-1365,41-266-5461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2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0 198 24575,'1'-3'0,"-1"1"0,1 0 0,0-1 0,0 1 0,0 0 0,0 0 0,0-1 0,0 1 0,1 0 0,-1 0 0,1 0 0,-1 1 0,1-1 0,0 0 0,2-2 0,36-26 0,-27 20 0,19-15 0,-18 12 0,1 1 0,0 1 0,1 0 0,0 1 0,1 0 0,0 2 0,30-12 0,-45 20 0,0-1 0,0 1 0,1 0 0,-1-1 0,0 1 0,0 0 0,1 0 0,-1 1 0,0-1 0,0 0 0,0 1 0,0-1 0,1 1 0,-1 0 0,0-1 0,0 1 0,0 0 0,0 0 0,0 1 0,-1-1 0,1 0 0,0 1 0,0-1 0,-1 1 0,1-1 0,-1 1 0,0 0 0,1 0 0,-1-1 0,0 1 0,0 0 0,0 0 0,0 0 0,0 0 0,-1 1 0,1-1 0,0 0 0,-1 0 0,1 4 0,1 10 0,0 1 0,-1 0 0,-1 0 0,-1 20 0,0-19 0,0 17 0,1-9 0,-1 1 0,-6 35 0,5-54 0,0 1 0,-1 0 0,0-1 0,0 0 0,-1 0 0,0 0 0,0 0 0,-1 0 0,0-1 0,-12 14 0,-7 4 0,-3 0 0,0-2 0,-32 21 0,56-41 0,-1 1 0,0-1 0,1 1 0,0 0 0,0 0 0,0 0 0,1 1 0,-1-1 0,1 1 0,0-1 0,0 1 0,1 0 0,-1 0 0,1 0 0,0 0 0,1 0 0,-1 0 0,1 0 0,0 0 0,0 0 0,1 9 0,0-4 0,1 0 0,0 0 0,0 0 0,0 0 0,2-1 0,-1 1 0,1-1 0,0 0 0,1 0 0,7 10 0,-2-5 0,12 15 0,1 0 0,1-1 0,51 44 0,-70-68-227,0-1-1,0 0 1,0-1-1,0 1 1,12 3-1,2-1-6598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2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24575,'2'1'0,"1"-1"0,-1 0 0,0 1 0,1 0 0,-1-1 0,0 1 0,0 0 0,0 0 0,0 0 0,0 0 0,0 1 0,0-1 0,0 1 0,0-1 0,0 1 0,-1-1 0,1 1 0,-1 0 0,1 0 0,-1 0 0,1 0 0,-1 0 0,0 0 0,0 0 0,0 0 0,-1 1 0,1-1 0,0 0 0,-1 1 0,1-1 0,-1 0 0,0 3 0,2 13 0,0 0 0,-1 0 0,-3 23 0,2-19 0,-28 292 0,4-98 0,22-74-1365,2-121-5461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3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1 206 24575,'0'-2'0,"1"0"0,-1-1 0,1 1 0,0 0 0,0 0 0,0 0 0,0 0 0,0 1 0,0-1 0,1 0 0,-1 0 0,1 1 0,-1-1 0,1 0 0,-1 1 0,1 0 0,0-1 0,0 1 0,0 0 0,0 0 0,0 0 0,4-1 0,52-18 0,-53 18 0,203-51 0,217-26 0,-361 72-682,85 1-1,-125 6-6143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3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24575,'10'2'0,"-1"1"0,1 0 0,-1 0 0,0 1 0,0 0 0,0 1 0,-1 0 0,0 0 0,0 0 0,0 1 0,9 9 0,22 24 0,-3 1 0,-1 2 0,59 92 0,41 51 0,24-12-1365,-146-156-5461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0:34.0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0 842 24575,'312'-297'0,"-220"219"0,158-103 0,-116 97-682,205-93-1,-283 153-6143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5:36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1 313 24575,'4'-1'0,"0"-1"0,1 0 0,-1 0 0,0 0 0,0-1 0,-1 1 0,1-1 0,-1 0 0,1 0 0,-1 0 0,0 0 0,4-6 0,6-3 0,-2 3 0,0 0 0,-1-1 0,0 0 0,0 0 0,-1-1 0,0-1 0,-1 1 0,0-1 0,-1-1 0,0 1 0,-1-1 0,5-17 0,-6 15 0,-1 0 0,-1-1 0,-1 1 0,1-25 0,-1 54 0,1 0 0,0-1 0,5 16 0,6 22 0,-11-36 0,1 1 0,0-1 0,1 0 0,0 0 0,2-1 0,7 15 0,-13-27 0,1 1 0,0-1 0,-1 0 0,1 0 0,0 1 0,0-1 0,0-1 0,1 1 0,-1 0 0,0 0 0,1-1 0,-1 1 0,1-1 0,0 0 0,-1 0 0,5 1 0,-4-2 0,0 1 0,0-2 0,0 1 0,0 0 0,0-1 0,0 1 0,1-1 0,-2 0 0,1 0 0,0 0 0,0 0 0,0-1 0,0 1 0,-1-1 0,1 0 0,-1 1 0,1-1 0,3-4 0,8-9 0,0 1 0,-1-2 0,19-28 0,-23 30 0,1 1 0,0-1 0,1 2 0,0-1 0,24-19 0,-35 32 0,1-1 0,-1 1 0,0 0 0,0 0 0,0 0 0,1 0 0,-1 0 0,0-1 0,0 1 0,1 0 0,-1 0 0,0 0 0,0 0 0,1 0 0,-1 0 0,0 0 0,0 0 0,1 0 0,-1 0 0,0 0 0,1 0 0,-1 0 0,0 0 0,0 0 0,1 0 0,-1 0 0,0 0 0,0 0 0,1 1 0,-1-1 0,0 0 0,0 0 0,0 0 0,1 0 0,-1 1 0,0-1 0,0 0 0,0 0 0,1 0 0,-1 1 0,4 14 0,-3 24 0,-1-35 0,0 39 0,-8 125 0,5-145 0,-1 0 0,-1-1 0,-1 0 0,-1 0 0,-14 30 0,9-25 0,-2-2 0,-1 0 0,-1 0 0,-1-2 0,-1 0 0,-37 37 0,52-58 0,0 1 0,0-1 0,0 0 0,0 0 0,0 0 0,-1 0 0,1-1 0,0 1 0,-1-1 0,1 0 0,-1 0 0,0 0 0,1-1 0,-1 1 0,0-1 0,1 0 0,-1 0 0,0 0 0,1 0 0,-1-1 0,0 0 0,-4-1 0,5 1 0,1 0 0,0 0 0,0-1 0,0 1 0,-1-1 0,1 1 0,1-1 0,-1 0 0,0 1 0,0-1 0,1 0 0,-1-1 0,1 1 0,-1 0 0,1 0 0,0 0 0,0-1 0,0 1 0,0-1 0,1 1 0,-1-1 0,0 1 0,1-1 0,0 1 0,0-1 0,0 1 0,0-1 0,0 1 0,0-1 0,1 0 0,-1 1 0,2-4 0,1-7 0,2-1 0,0 1 0,0 0 0,1 0 0,1 0 0,0 1 0,1 0 0,0 0 0,1 1 0,0 0 0,19-17 0,14-9 0,76-52 0,-90 69 0,55-37-682,132-70-1,-186 113-6143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2:37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2822 5167 24575,'-1'-3'0,"1"0"0,-1 1 0,0-1 0,0 1 0,0-1 0,0 1 0,-1 0 0,1 0 0,-1-1 0,1 1 0,-1 0 0,0 0 0,1 0 0,-1 0 0,0 1 0,-4-3 0,-42-30 0,34 25 0,-226-139 0,11 8 0,177 105 0,2-3 0,-58-57 0,41 29 0,-330-352 0,229 211 0,10-8 0,-137-247 0,134 199 0,-22-40 0,107 153 0,8-4 0,-68-219 0,92 238 0,-62-208 0,68 167 0,24 106 0,-23-225 0,27 189 0,-24-111 0,25 166 0,3 0 0,2 0 0,3-66 0,2 60 0,-3 0 0,-11-69 0,6 68 40,6 40-391,-1 1-1,-1-1 1,-6-19 0,3 20-6475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2:38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1 483 24575,'2'-9'0,"0"0"0,1 0 0,0 1 0,0-1 0,1 1 0,0 0 0,0 0 0,9-11 0,-6 8 0,16-24 0,54-60 0,-16 22 0,-16 9 0,-28 38 0,2 1 0,27-30 0,-45 54 0,0 0 0,-1 0 0,1 0 0,0 0 0,0 0 0,0 1 0,0-1 0,0 0 0,1 1 0,-1-1 0,0 1 0,0-1 0,0 1 0,0-1 0,1 1 0,-1 0 0,0-1 0,0 1 0,1 0 0,-1 0 0,0 0 0,1 0 0,-1 0 0,0 0 0,0 1 0,1-1 0,-1 0 0,0 1 0,0-1 0,0 1 0,1-1 0,-1 1 0,0-1 0,0 1 0,0 0 0,0 0 0,0 0 0,0-1 0,0 1 0,0 0 0,-1 0 0,1 0 0,0 0 0,0 0 0,-1 0 0,2 3 0,4 7 0,0 0 0,-1 1 0,8 23 0,-7-17 0,50 152 0,-38-110 0,2-1 0,28 58 0,9 14-1365,-49-109-5461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2:39.2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1085 162 24575,'-1'-3'0,"1"1"0,-1-1 0,0 1 0,0-1 0,0 1 0,0-1 0,-1 1 0,1 0 0,-1 0 0,1 0 0,-1 0 0,0 0 0,0 0 0,1 0 0,-2 0 0,1 1 0,0-1 0,0 1 0,-4-2 0,-47-25 0,50 27 0,-51-18 0,-1 2 0,0 2 0,-97-12 0,118 22 0,0 1 0,0 2 0,-1 1 0,1 2 0,0 1 0,-44 9 0,63-8 0,0 1 0,0 1 0,1 0 0,-1 1 0,1 0 0,1 1 0,-1 1 0,1 0 0,0 1 0,1 0 0,0 1 0,0 0 0,1 1 0,1 1 0,0-1 0,-11 17 0,-4 14 0,2 0 0,2 2 0,2 0 0,2 1 0,2 1 0,1 1 0,3 0 0,-9 89 0,19-120 0,0 1 0,1-1 0,1 1 0,1-1 0,0 0 0,1 0 0,1 0 0,1 0 0,0 0 0,1-1 0,0 0 0,10 15 0,-5-11 0,1-1 0,1-1 0,1 0 0,1-1 0,0-1 0,0 0 0,2-1 0,31 21 0,-36-27 0,18 12 0,52 26 0,-75-43 0,0 1 0,0-1 0,1-1 0,-1 1 0,1-1 0,0-1 0,0 1 0,0-1 0,0 0 0,0-1 0,0 0 0,0-1 0,12-1 0,-16 0 0,0 0 0,0 0 0,0 0 0,-1-1 0,1 1 0,0-1 0,-1 0 0,0 0 0,1 0 0,-1-1 0,0 1 0,-1-1 0,1 1 0,-1-1 0,0 0 0,0 0 0,0 0 0,0-1 0,0 1 0,-1 0 0,0-1 0,1-5 0,3-13 0,-2 0 0,2-43 0,-5 66 0,-2-125 0,3-33 0,-1 156 3,0 1 0,0-1 0,0 1 0,0-1 0,0 1 0,0-1 0,1 1 0,-1-1-1,1 1 1,-1 0 0,1-1 0,0 1 0,-1-1 0,1 1 0,0 0 0,0 0 0,0 0 0,0-1 0,0 1 0,0 0-1,0 0 1,0 0 0,1 1 0,-1-1 0,0 0 0,1 0 0,-1 1 0,0-1 0,1 0 0,-1 1 0,1 0-1,-1-1 1,1 1 0,-1 0 0,1 0 0,-1-1 0,3 2 0,4-1-203,0 1-1,0 1 1,0 0-1,-1 0 1,14 5-1,-18-5-72,21 6-6553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2:39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1 24575,'-5'93'0,"-30"168"0,-3 40 0,24-116 50,-1 91-1465,15-253-5411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2:39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24575,'634'0'-1365,"-600"0"-5461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2:40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24575,'5'0'0,"1"1"0,-1 0 0,0 0 0,0 1 0,1 0 0,-1 0 0,0 0 0,-1 0 0,1 1 0,0 0 0,-1 0 0,1 0 0,-1 0 0,0 1 0,0-1 0,0 1 0,-1 0 0,6 8 0,6 9 0,-1 1 0,19 36 0,-27-46 0,194 398 0,54 100-1365,-242-484-5461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2:42.1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1 783 24575,'1'-22'0,"1"0"0,1 1 0,1-1 0,1 1 0,1 0 0,1 1 0,0-1 0,2 1 0,13-23 0,17-22 0,59-78 0,-64 96 0,32-39-682,91-92-1,-127 147-6143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2:42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1 858 24575,'1'-47'0,"3"0"0,1 0 0,3 1 0,1 0 0,3 1 0,24-63 0,-10 46 0,2 2 0,3 0 0,74-103 0,-104 161 0,17-24 0,2 1 0,38-39 0,-58 63 0,0 0 0,1 1 0,-1-1 0,1 1 0,-1-1 0,1 0 0,-1 1 0,1-1 0,0 1 0,-1-1 0,1 1 0,0 0 0,-1-1 0,1 1 0,0-1 0,0 1 0,-1 0 0,1 0 0,0 0 0,0-1 0,-1 1 0,1 0 0,0 0 0,0 0 0,0 0 0,-1 0 0,1 0 0,0 0 0,0 1 0,-1-1 0,1 0 0,0 0 0,0 1 0,-1-1 0,1 0 0,0 1 0,0-1 0,-1 0 0,1 1 0,-1-1 0,1 1 0,0-1 0,-1 1 0,1 0 0,-1-1 0,1 1 0,-1 0 0,0-1 0,1 1 0,-1 0 0,1-1 0,-1 1 0,0 0 0,0 0 0,1 1 0,7 53 0,-6-39 0,17 194 0,14 91 0,-28-274-112,44 200-1141,-41-200-5573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2:43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7 24575,'-9'0'0,"0"0"0,0 1 0,0 0 0,0 0 0,0 1 0,0 1 0,0-1 0,1 1 0,-1 1 0,1 0 0,0 0 0,0 0 0,0 1 0,1 0 0,0 1 0,0 0 0,0 0 0,1 0 0,-1 1 0,1 0 0,1 0 0,0 1 0,-7 11 0,3-1 0,1 0 0,1 1 0,1-1 0,0 1 0,1 1 0,1-1 0,1 1 0,1 0 0,1 33 0,0-38 0,2 1 0,-1-1 0,2 0 0,0 1 0,1-1 0,1 0 0,0 0 0,1-1 0,1 0 0,0 1 0,1-2 0,0 1 0,1-1 0,0 0 0,2-1 0,-1 0 0,1 0 0,1-1 0,0 0 0,0-1 0,18 12 0,-26-20 0,1 0 0,0 0 0,-1-1 0,1 1 0,0-1 0,0 1 0,0-1 0,0-1 0,0 1 0,0 0 0,0-1 0,0 0 0,0 0 0,0 0 0,0-1 0,0 1 0,0-1 0,0 0 0,0 0 0,0 0 0,0 0 0,-1-1 0,1 0 0,0 0 0,-1 0 0,1 0 0,-1 0 0,0-1 0,5-4 0,8-8 0,-1-1 0,0-1 0,-2 0 0,16-25 0,-14 21 0,7-10 0,-1-1 0,-2-1 0,25-59 0,-38 74 0,0 0 0,0 0 0,-2 0 0,-1-1 0,0 0 0,-1 0 0,-1 1 0,-1-1 0,-3-26 0,3 40 0,-1 0 0,-1 0 0,1 0 0,-1 0 0,0 0 0,0 0 0,0 1 0,-1-1 0,1 1 0,-1-1 0,0 1 0,-1 0 0,1 0 0,-1 1 0,1-1 0,-1 1 0,0-1 0,-1 1 0,1 1 0,0-1 0,-1 0 0,1 1 0,-1 0 0,0 0 0,0 1 0,0-1 0,0 1 0,-8-1 0,-11-1 0,1 0 0,0 2 0,-1 1 0,-45 5 0,61-3-80,0-1 0,0 1-1,1 1 1,-1 0 0,1 0-1,0 0 1,0 1 0,0 0-1,0 0 1,0 1 0,1 0 0,0 0-1,0 1 1,0-1 0,1 1-1,-7 9 1,-4 7-6746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2:44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455 454 24575,'-1'-12'0,"0"1"0,-1 0 0,0 0 0,0 0 0,-1 0 0,-1 0 0,0 1 0,0-1 0,-1 1 0,-1 0 0,1 0 0,-13-15 0,13 15 0,0 0 0,1-1 0,1 1 0,0-1 0,0 0 0,1 0 0,1 0 0,0 0 0,0 0 0,1 0 0,0 0 0,3-13 0,-3-40 0,0 61 0,0 0 0,-1 0 0,1 0 0,-1 0 0,0 1 0,0-1 0,0 0 0,0 0 0,-1 1 0,1-1 0,-1 0 0,1 1 0,-1 0 0,0-1 0,0 1 0,0 0 0,-3-3 0,0 2 0,0 0 0,0 0 0,0 0 0,0 1 0,0-1 0,-1 1 0,1 0 0,-9-1 0,-10-1 0,0 2 0,0 0 0,-34 2 0,38 1 0,16-1 0,-7 0 0,-1 0 0,1 0 0,-1 2 0,1-1 0,-22 7 0,30-7 0,0 0 0,1 1 0,-1-1 0,0 1 0,0 0 0,1 0 0,-1 0 0,1 0 0,0 0 0,-1 1 0,1-1 0,0 1 0,0-1 0,1 1 0,-1 0 0,1 0 0,-1 0 0,1 0 0,0 0 0,0 0 0,0 0 0,0 0 0,1 0 0,-1 0 0,1 6 0,-1 8 0,1 0 0,1 0 0,0-1 0,1 1 0,1 0 0,1-1 0,0 1 0,10 22 0,8 13 0,35 58 0,-13-27 0,-28-51 0,20 39 0,-3 0 0,42 134 0,-72-191 0,0 0 0,-1 0 0,-1 1 0,0-1 0,-1 1 0,0-1 0,-1 1 0,-1-1 0,0 1 0,-1-1 0,-1 0 0,-7 21 0,8-29 0,0 1 0,0 0 0,-1-1 0,0 0 0,0 0 0,0 0 0,-1 0 0,0 0 0,0-1 0,0 0 0,-1 0 0,1-1 0,-1 1 0,-1-1 0,1-1 0,0 1 0,-1-1 0,0 0 0,0 0 0,0-1 0,0 0 0,0 0 0,0-1 0,0 0 0,-1 0 0,-9-1 0,14 0 0,-1 0 0,0 0 0,0-1 0,0 1 0,1-1 0,-1 0 0,0 0 0,1 0 0,-1-1 0,1 1 0,-1-1 0,1 0 0,0 0 0,0 0 0,0 0 0,0-1 0,-4-3 0,3 1 0,0 0 0,1 0 0,-1 0 0,1-1 0,0 0 0,0 0 0,1 1 0,0-2 0,-3-8 0,1-8 0,1 1 0,0-1 0,2 0 0,2-38 0,3 26 0,1 1 0,1 1 0,2-1 0,1 1 0,2 1 0,28-59 0,-13 39 0,3 2 0,1 1 0,48-57 0,-53 77-341,0 1 0,2 1-1,53-39 1,-57 49-6485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02:44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588 163 24575,'-6'-5'0,"1"1"0,-1 0 0,0 1 0,0 0 0,-1-1 0,1 2 0,-1-1 0,-13-2 0,-56-10 0,75 15 0,-21-3 0,0 1 0,0 0 0,0 2 0,0 1 0,0 0 0,0 2 0,-33 8 0,45-8 0,0 0 0,0 0 0,0 1 0,1 1 0,0 0 0,0 0 0,0 0 0,1 1 0,0 1 0,0-1 0,0 1 0,1 1 0,0 0 0,0-1 0,1 2 0,0-1 0,0 1 0,-5 11 0,2 4 0,0-1 0,2 2 0,0-1 0,2 1 0,1-1 0,-2 40 0,9 152 0,-2-201 0,1-1 0,0 1 0,0-1 0,2 0 0,0 0 0,0 0 0,1 0 0,1-1 0,0 0 0,1 0 0,1 0 0,-1-1 0,2 0 0,0-1 0,0 0 0,1 0 0,1-1 0,0 0 0,0-1 0,1-1 0,0 1 0,0-2 0,1 0 0,22 10 0,-17-10 0,1 0 0,0-1 0,0 0 0,0-2 0,0-1 0,1 0 0,25 0 0,-39-3 0,0 0 0,1 0 0,-1 0 0,0-1 0,0 0 0,0 0 0,0-1 0,0 0 0,0 0 0,-1 0 0,1 0 0,0-1 0,-1 0 0,0-1 0,0 1 0,0-1 0,0 0 0,0 0 0,-1 0 0,0-1 0,0 1 0,0-1 0,0 0 0,-1 0 0,0-1 0,5-10 0,4-21 0,-2 0 0,-1 0 0,-1-1 0,-3-1 0,-1 1 0,-2-1 0,-1 0 0,-3 1 0,-5-41 0,1 52 0,0 1 0,-2 0 0,0 0 0,-2 1 0,-1 1 0,-1-1 0,-1 2 0,-1 0 0,-1 0 0,-1 1 0,-21-22 0,20 26 0,-1 0 0,-1 0 0,0 2 0,-1 0 0,-1 2 0,-1 0 0,0 1 0,0 1 0,-1 2 0,0 0 0,-47-13 0,46 19-455,0 1 0,-44 0 0,32 3-6371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22:04:15.0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1 161,'219'13,"10"1,65-13,204-4,-267-24,-45 3,116-12,-85 5,-140 22,-26 5,65 3,-74 3,0-3,73-10,-26-6,165-9,-228 25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8T22:04:11.6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1,'451'0,"-431"1,0 1,35 8,-34-5,1-2,24 2,302-4,-167-2,-158 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6:21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3895 187 24575,'-282'15'0,"-107"-1"0,63-7 0,-346 10 0,565-17 0,22 4 0,-1 4 0,-100 24 0,78-13 0,-16 6 0,1 5 0,-215 84 0,293-94 0,2 1 0,-64 42 0,-73 67 0,165-119 0,-165 143 0,65-52 0,87-79 0,-39 33 0,-111 117 0,166-156 0,-1 1 0,2 0 0,1 0 0,0 2 0,1-1 0,1 1 0,1 0 0,1 0 0,0 1 0,-4 40 0,4-5 0,3 1 0,8 107 0,0-130 0,0 0 0,3 0 0,1 0 0,1-1 0,2 0 0,1-1 0,21 38 0,137 203 0,-129-213 0,1-2 0,3-2 0,3-3 0,2-1 0,2-3 0,2-2 0,2-2 0,2-3 0,2-3 0,1-2 0,2-3 0,92 35 0,-29-22 0,265 93 0,11-32 0,474 49 0,-420-112 0,36 6 0,-125 3 0,40 7 0,-212-28 0,125 24 0,-174-31 0,186 10 0,-198-25 0,125 4 0,39-2 0,9 0 0,-150-12 0,184-4 0,-209-9 0,55-2 0,-143 10 0,0-1 0,-1-2 0,0-2 0,0-2 0,66-26 0,7-1 0,120-17 0,-197 46 0,14-4 0,77-29 0,-116 36 0,0-1 0,0 0 0,0-1 0,-1-1 0,-1 0 0,1-1 0,-2-1 0,1 0 0,16-19 0,-8 6 0,0 1 0,2 1 0,49-36 0,86-45 0,-37 27 0,-73 43 0,68-60 0,-101 79 0,-1 0 0,0-2 0,-2 1 0,0-1 0,0-1 0,-2 0 0,0-1 0,9-22 0,-1-3 0,-2-1 0,-3-1 0,-1 0 0,-2-1 0,-2 0 0,-2 0 0,0-50 0,-7 54 0,-1 0 0,-3 1 0,-1 0 0,-2 0 0,-1 0 0,-3 1 0,-30-71 0,3 27 0,-76-121 0,83 157 0,-3 1 0,-2 1 0,-67-64 0,-31-6 0,-162-108 0,58 76 0,83 55 0,56 34 0,-208-88 0,-123-12 0,77 30 0,134 54 0,-3 10 0,-233-38 0,-42 40 0,-203 25 0,260 13 0,-83-11 0,-275-7 0,737 43 0,-128 4 0,163-1 0,1 0 0,-1 2 0,1 1 0,1 1 0,-26 10 0,18 0-1365,18-9-5461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6:43.0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2172 187 24575,'-18'-2'0,"0"0"0,-35-8 0,2-1 0,21 7 0,-43-7 0,-120-4 0,73 14 0,-121 4 0,135 12 0,-185 51 0,162-34 0,14-5 0,-187 71 0,287-91 0,0 1 0,1 1 0,0 0 0,1 0 0,0 1 0,-22 23 0,-62 81 0,62-70 0,14-18 0,1 0 0,1 2 0,2 0 0,1 1 0,1 1 0,1 0 0,-10 35 0,13-20 0,2 1 0,2-1 0,2 1 0,2 1 0,4 64 0,-1-107 0,0 24 0,1 0 0,1 0 0,1 0 0,2 0 0,0-1 0,2 0 0,1 0 0,17 38 0,1-14 0,2-1 0,1-1 0,3-2 0,2-1 0,2-2 0,2-1 0,83 71 0,-61-62 0,2-2 0,3-4 0,1-2 0,2-4 0,117 52 0,-64-48 0,2-6 0,182 33 0,-233-58 0,1-2 0,137 1 0,-86-10 0,114-6 0,-211-2 0,0 0 0,-1-2 0,0-1 0,0-2 0,-1 0 0,40-25 0,-60 34 0,42-25 0,-2-2 0,80-66 0,66-88 0,-122 110 0,-3-2 0,64-95 0,-105 129 0,-2-1 0,-2-2 0,-2 0 0,-2-1 0,-2 0 0,14-70 0,-18 71 0,-2-1 0,-2 0 0,2-88 0,-9 92 0,1-4 0,-2 0 0,-2 1 0,-2-1 0,-17-73 0,8 71 0,-3 1 0,-1 1 0,-44-78 0,48 100 0,-2 0 0,0 1 0,-1 1 0,-2 1 0,0 1 0,-1 0 0,0 1 0,-33-20 0,3 7 0,-1 3 0,-1 2 0,-2 2 0,0 3 0,-1 2 0,-2 3 0,1 2 0,-113-13 0,-385-17 0,354 33 7,-168-3-1379,315 14-5454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6:29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1906 55 24575,'-56'-21'0,"-31"7"0,0 3 0,-132 2 0,-499 11 0,710-2 0,0 0 0,0 0 0,1 1 0,-1 0 0,0 1 0,1 0 0,-1 0 0,1 1 0,0 0 0,0 0 0,0 0 0,-11 8 0,5 0 0,0 0 0,1 1 0,1 0 0,-18 24 0,-2 8 0,3 1 0,-29 62 0,17-30 0,14-25 0,2 1 0,3 0 0,1 2 0,-18 88 0,7-28 0,-61 145 0,74-213 0,-46 166 0,37-28 0,21-149 0,-5 11 0,3 1 0,2 0 0,2 1 0,4 66 0,4-88 0,1 1 0,14 37 0,5 26 0,-16-63 0,0 0 0,2-1 0,1 0 0,2-1 0,20 33 0,8 21 0,-4-13 0,3-1 0,59 74 0,-54-79 0,-19-29 0,2-1 0,1 0 0,2-3 0,40 30 0,-11-14 0,1-2 0,3-4 0,0-2 0,3-3 0,1-3 0,1-3 0,1-3 0,127 26 0,382 51 0,-342-70 0,-162-21 0,-17-2 0,63 0 0,-15-10 0,91 3 0,-108 12 0,-57-7 0,62 3 0,642-10 0,-707-1 0,-1-1 0,38-8 0,-4-1 0,13 2 0,0-3 0,142-46 0,-199 52 0,0 0 0,0-2 0,-1 0 0,0-1 0,0 0 0,-1-1 0,0-1 0,-1-1 0,-1 0 0,0-1 0,-1-1 0,0 0 0,-1-1 0,-1 0 0,-1 0 0,0-1 0,13-32 0,-16 28 0,-2 0 0,0-1 0,-1 0 0,-1 0 0,0-34 0,-2 23 0,10-47 0,15-40 0,38-228 0,-39 169 0,0 48 0,-16 95 0,-1 0 0,-3-1 0,2-46 0,6-101 0,0-3 0,-13 140 0,-7-56 0,4 86 0,0 0 0,-1 0 0,-1 1 0,-1-1 0,0 1 0,-14-26 0,1 10 0,-2 0 0,-1 2 0,-2 0 0,0 2 0,-50-44 0,11 20 0,-109-68 0,87 70 0,-179-73 0,40 22 0,141 61 0,-140-47 0,145 66 0,-90-12 0,17 5 0,83 16 0,-83-4 0,-23-3 0,28 3 0,0 6 0,-184 10 0,126 3 0,44-6 0,-176 6 0,279 7-1365,34-4-5461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6:39.0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1274 296 24575,'-8'-1'0,"-1"0"0,1 0 0,0-1 0,0 0 0,-8-4 0,-32-6 0,-30 0 0,58 8 0,0 0 0,0 1 0,0 2 0,0 0 0,0 0 0,0 2 0,-29 5 0,-3 6 0,1 3 0,0 2 0,1 2 0,1 2 0,-63 38 0,-53 54 0,137-91 0,2 1 0,0 1 0,-37 45 0,45-43 0,1 0 0,2 1 0,-22 50 0,-26 93 0,58-156 0,-16 52 0,-24 131 0,42-174 0,0-1 0,2 0 0,0 0 0,2 1 0,0-1 0,2 0 0,0 0 0,1 0 0,2 0 0,0 0 0,17 38 0,4 7 0,17 33 0,-38-90 0,0 0 0,1 0 0,0-1 0,0 0 0,1 0 0,0-1 0,14 11 0,17 12 0,-22-16 0,1-1 0,1-1 0,0 0 0,0-1 0,34 14 0,69 28 0,-84-35 0,1-1 0,57 16 0,-46-19 0,-32-8 0,1-1 0,0-2 0,1 0 0,38 3 0,-14-6 0,3-1 0,-1 2 0,56 9 0,-55-4 0,1-2 0,0-2 0,0-3 0,52-5 0,-93 4 0,1 0 0,0 0 0,-1-1 0,1 0 0,-1 0 0,0-1 0,1 0 0,-1 0 0,-1-1 0,1 1 0,0-2 0,-1 1 0,0-1 0,0 0 0,0 0 0,-1 0 0,0-1 0,7-9 0,2-7 0,-2 0 0,0 0 0,-1-1 0,9-31 0,10-20 0,-18 40 0,-1 0 0,-2 0 0,-2-1 0,0 0 0,-3-1 0,1-47 0,-1 30 0,8-30 0,-7 55 0,3-46 0,-5 36 0,10-49 0,-3 27 0,18-125 0,-17 105 0,-4 35 0,1-68 0,-8 88 0,1-3 0,-1 0 0,-1 1 0,-1-1 0,-2 0 0,-1 1 0,-1 0 0,-12-36 0,12 51 0,-2-10 0,-1 2 0,-1-1 0,-1 1 0,-21-29 0,21 35 0,-98-117 0,95 116 0,-1 1 0,0 1 0,-1 0 0,0 1 0,-1 0 0,-22-10 0,26 17-52,-1 2-1,1-1 1,-1 1-1,1 1 1,-1 1-1,0 0 1,0 1-1,-21 2 1,13-2-841,-2 1-5933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6:52.24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1431 238 24575,'-43'-4'0,"0"-1"0,1-3 0,-46-13 0,-98-17 0,96 28 0,3-1 0,0 3 0,-150 7 0,214 4 0,0 2 0,0 0 0,1 1 0,-1 2 0,2 0 0,-1 1 0,1 1 0,1 1 0,0 1 0,0 1 0,1 0 0,1 2 0,0 0 0,1 1 0,1 1 0,1 0 0,0 1 0,-18 29 0,17-19 0,2 1 0,0 1 0,-17 61 0,16-47 0,4-10 0,1 1 0,1 0 0,2 1 0,2 0 0,1 0 0,2 0 0,2 0 0,4 40 0,-1-47 0,2-1 0,1 1 0,1-1 0,2-1 0,0 0 0,2 0 0,1-1 0,1 0 0,2-1 0,28 38 0,-1-7 0,3-3 0,65 59 0,-85-89 0,2-2 0,1-1 0,0-1 0,2-1 0,0-1 0,52 20 0,22-2 0,172 36 0,115-5 0,-286-50 0,153 9 0,-120-15 0,80 2 0,223-16 0,-388 1 0,-1-3 0,1-1 0,-1-3 0,79-26 0,-117 30 0,-1 0 0,1-1 0,-1 0 0,-1-2 0,1 1 0,-2-1 0,1-1 0,12-14 0,8-10 0,34-51 0,-30 38 0,-7 9 0,29-48 0,-50 71 0,0 0 0,-1-1 0,-1 0 0,0 0 0,-1 0 0,-1-1 0,2-17 0,0-35 0,-3 0 0,-10-105 0,4 153 0,0 0 0,-2 0 0,0 0 0,-2 1 0,0 0 0,-1 0 0,-1 1 0,-1 0 0,-1 0 0,0 1 0,-1 0 0,-1 1 0,-1 1 0,0 0 0,-20-16 0,-25-18 0,-1 3 0,-122-71 0,180 116 0,-72-37 0,-1 4 0,-147-49 0,133 53 0,-61-18 0,-192-37 0,-163-3 0,400 72 0,-207-15 0,213 24 0,94 8-64,-11-2-261,-1 1 0,1 1-1,-31 3 1,23 2-6501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6:54.76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1565 240 24575,'-7'-5'0,"1"0"0,-1 1 0,0-1 0,-1 2 0,1-1 0,-1 1 0,1 0 0,-1 1 0,-9-2 0,-26-11 0,5-2 0,0 2 0,-2 2 0,1 2 0,-2 1 0,-62-7 0,30 6 0,45 6 0,0 1 0,-28 0 0,11 3 0,0 1 0,-1 3 0,1 2 0,1 2 0,-50 14 0,4 5 0,-131 42 0,187-55 0,0 1 0,2 2 0,0 1 0,-38 27 0,59-35 0,0-1 0,0 1 0,1 1 0,0 0 0,0 1 0,1 0 0,1 0 0,0 0 0,-8 16 0,13-19 0,-1 0 0,1 0 0,1 0 0,0 1 0,0-1 0,1 1 0,0-1 0,0 1 0,1 0 0,0-1 0,0 1 0,1-1 0,0 1 0,1-1 0,0 1 0,4 10 0,6 16 0,1-1 0,2 0 0,1-1 0,2-1 0,1-1 0,2 0 0,0-1 0,2-2 0,2 0 0,36 32 0,-26-29 0,129 107 0,-130-112 0,2-3 0,0-1 0,42 19 0,-12-10 0,4 2 0,1-2 0,119 33 0,-65-27 0,42 9 0,-166-46 0,52 10 0,1-2 0,80 2 0,-72-11 0,0 3 0,73 11 0,-95-8 0,1-2 0,0-2 0,0-1 0,0-2 0,-1-2 0,1-2 0,-1-2 0,44-14 0,-14 7 0,-39 9 0,58-19 0,-70 18 0,0 1 0,-1-1 0,0-1 0,0-1 0,25-16 0,-38 21 0,0-1 0,0 1 0,0-1 0,-1 0 0,1 0 0,-1 0 0,-1 0 0,1-1 0,-1 0 0,0 0 0,0 0 0,0 0 0,-1 0 0,0 0 0,-1 0 0,1-1 0,0-11 0,-1-8 0,-1-1 0,-2 1 0,0 0 0,-12-50 0,3 16 0,7 44 0,0 1 0,0-1 0,-2 1 0,0 0 0,-1 0 0,0 1 0,-1 0 0,0 0 0,-17-19 0,-9-7 0,-62-56 0,62 63 0,3 7 0,0 1 0,-38-21 0,46 31 0,-148-84 0,11 7 0,104 57 0,4 3 0,-68-55 0,86 58 0,-3 1 0,0 2 0,-1 2 0,-1 1 0,-2 2 0,0 2 0,-58-18 0,69 27-65,14 5-260,0 0 0,0 1 0,-16-2 0,11 5-6501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7:29.619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2002 1 24575,'-2'28'0,"-2"-1"0,0 1 0,-2-1 0,-10 29 0,-5 25 0,-109 571 0,-55 251 0,26-143 0,32-12 0,107-575 0,-6 0 0,-58 194 0,16-84 0,35-131 0,-97 267 0,-3-35 0,-17 40 0,-60 31 0,148-322 0,-105 165 0,83-162-682,-86 195-1,160-308-6143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7:30.11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1 24575,'1'0'0,"1"0"0,-1 1 0,1 0 0,-1-1 0,1 1 0,-1 0 0,0-1 0,1 1 0,-1 0 0,0 0 0,0 0 0,0 0 0,0 0 0,0 1 0,0-1 0,0 0 0,0 0 0,0 1 0,0-1 0,-1 0 0,1 1 0,0 1 0,12 35 0,-12-37 0,6 38 0,-1 1 0,-2 0 0,-2 0 0,-5 76 0,1-32 0,-1 29 0,6 150 0,-3-259 0,0-1 0,0 1 0,1-1 0,0 1 0,-1-1 0,1 0 0,1 1 0,-1-1 0,0 0 0,1 0 0,0 0 0,-1 0 0,1 0 0,1 0 0,-1 0 0,0-1 0,1 1 0,-1-1 0,1 1 0,-1-1 0,5 2 0,-2-1 0,1-1 0,-1 0 0,1 0 0,0-1 0,-1 0 0,1 0 0,0 0 0,0-1 0,0 1 0,0-2 0,10 0 0,8-3 0,1-2 0,-1 0 0,0-1 0,43-20 0,63-43 0,13-6 0,106-27-1365,-218 91-5461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7:33.6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24575,'1'8'0,"0"0"0,1 0 0,0 0 0,0 0 0,0-1 0,1 1 0,7 12 0,39 65 0,-19-32 0,40 91 0,76 230 0,-102-253 0,62 172 0,274 707 0,-333-876 0,-6 2 0,29 146 0,20 267 0,-76-380 0,-10 254 0,-7-208 0,-11 240 0,1 28 0,14 503-1365,-1-953-5461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7:34.0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24575,'5'0'0,"0"1"0,0 0 0,0 0 0,0 1 0,0-1 0,0 1 0,-1 0 0,1 1 0,-1-1 0,1 1 0,-1 0 0,6 4 0,48 47 0,-47-43 0,43 49 0,57 81 0,-72-90 0,-14-12 0,-19-29 0,-1-1 0,2 1 0,-1-1 0,1-1 0,1 1 0,8 7 0,-14-15 0,0 0 0,-1 0 0,1 0 0,0-1 0,0 1 0,0-1 0,0 1 0,0-1 0,0 0 0,0 1 0,0-1 0,0 0 0,0-1 0,0 1 0,0 0 0,0 0 0,0-1 0,0 1 0,-1-1 0,1 0 0,0 1 0,0-1 0,0 0 0,-1 0 0,1 0 0,2-2 0,44-38 0,-41 34 0,190-208 0,-169 184 0,-7 9-1365,-2 5-5461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7:37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24575,'4'0'0,"0"1"0,-1 0 0,1 0 0,0 1 0,0-1 0,-1 1 0,1 0 0,-1 0 0,1 0 0,-1 0 0,0 1 0,0-1 0,4 5 0,36 39 0,-41-44 0,47 60 0,-3 3 0,50 94 0,-23-24 0,98 162 0,-76-143 0,96 214 0,-19-32 0,-89-191 0,88 164 0,-51-54 0,111 208 0,195 473 0,-294-608 0,-58-137 0,-28-78 0,-5 2 0,31 139 0,-43-89 0,-7 2 0,1 289 0,-23-424 0,0 21 0,-1 0 0,-14 82 0,9-95 0,2 0 0,1 47 0,-6 53 0,-1-30 0,5 146 0,5-240 0,-2 20 0,-2 1 0,-1-1 0,-11 40 0,7-40 0,2 1 0,-5 74 0,11-79 63,-9 50 1,-1-6-1556,9-48-5334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22:27:38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24575,'8'1'0,"0"2"0,1-1 0,-1 1 0,-1 0 0,1 1 0,0 0 0,-1 0 0,0 1 0,0-1 0,7 7 0,75 65 0,-36-23 0,-33-30 0,2-2 0,43 34 0,-60-51 0,1-1 0,-1 0 0,1 0 0,0-1 0,0 0 0,0 0 0,0 0 0,0-1 0,1 1 0,-1-2 0,0 1 0,1-1 0,-1 0 0,1 0 0,-1 0 0,0-1 0,1 0 0,-1-1 0,0 1 0,0-1 0,0 0 0,0-1 0,9-4 0,10-7 0,-2-1 0,0-1 0,-1-1 0,23-23 0,-15 14 0,17-12-60,-17 14-375,-1-1 0,32-34 0,-51 46-6391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93871-398E-4693-9343-1A2A4D6C2BC6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B896D-CA68-4D3B-A15D-454A523C462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966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B896D-CA68-4D3B-A15D-454A523C462E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6672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1538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74059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0378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998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486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5761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1832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411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233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380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2286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8845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296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9462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9993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7959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75562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0E401-4504-4CB1-81A6-DAD95F99F2D1}" type="datetimeFigureOut">
              <a:rPr lang="pl-PL" smtClean="0"/>
              <a:t>12 cze 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22301-11A2-4401-A680-49D8A8AA576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44297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510.png"/><Relationship Id="rId5" Type="http://schemas.openxmlformats.org/officeDocument/2006/relationships/image" Target="../media/image11.png"/><Relationship Id="rId10" Type="http://schemas.openxmlformats.org/officeDocument/2006/relationships/customXml" Target="../ink/ink2.xml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46.png"/><Relationship Id="rId21" Type="http://schemas.openxmlformats.org/officeDocument/2006/relationships/image" Target="../media/image37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50.png"/><Relationship Id="rId50" Type="http://schemas.openxmlformats.org/officeDocument/2006/relationships/customXml" Target="../ink/ink24.xml"/><Relationship Id="rId55" Type="http://schemas.openxmlformats.org/officeDocument/2006/relationships/image" Target="../media/image54.png"/><Relationship Id="rId63" Type="http://schemas.openxmlformats.org/officeDocument/2006/relationships/image" Target="../media/image58.png"/><Relationship Id="rId68" Type="http://schemas.openxmlformats.org/officeDocument/2006/relationships/customXml" Target="../ink/ink33.xml"/><Relationship Id="rId7" Type="http://schemas.openxmlformats.org/officeDocument/2006/relationships/image" Target="../media/image34.png"/><Relationship Id="rId71" Type="http://schemas.openxmlformats.org/officeDocument/2006/relationships/image" Target="../media/image62.png"/><Relationship Id="rId2" Type="http://schemas.openxmlformats.org/officeDocument/2006/relationships/image" Target="../media/image29.png"/><Relationship Id="rId16" Type="http://schemas.openxmlformats.org/officeDocument/2006/relationships/customXml" Target="../ink/ink7.xml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20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45.png"/><Relationship Id="rId40" Type="http://schemas.openxmlformats.org/officeDocument/2006/relationships/customXml" Target="../ink/ink19.xml"/><Relationship Id="rId45" Type="http://schemas.openxmlformats.org/officeDocument/2006/relationships/image" Target="../media/image49.png"/><Relationship Id="rId53" Type="http://schemas.openxmlformats.org/officeDocument/2006/relationships/image" Target="../media/image53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5" Type="http://schemas.openxmlformats.org/officeDocument/2006/relationships/image" Target="../media/image32.png"/><Relationship Id="rId15" Type="http://schemas.openxmlformats.org/officeDocument/2006/relationships/image" Target="../media/image340.png"/><Relationship Id="rId23" Type="http://schemas.openxmlformats.org/officeDocument/2006/relationships/image" Target="../media/image38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51.png"/><Relationship Id="rId57" Type="http://schemas.openxmlformats.org/officeDocument/2006/relationships/image" Target="../media/image55.png"/><Relationship Id="rId61" Type="http://schemas.openxmlformats.org/officeDocument/2006/relationships/image" Target="../media/image57.png"/><Relationship Id="rId10" Type="http://schemas.openxmlformats.org/officeDocument/2006/relationships/customXml" Target="../ink/ink4.xml"/><Relationship Id="rId19" Type="http://schemas.openxmlformats.org/officeDocument/2006/relationships/image" Target="../media/image360.png"/><Relationship Id="rId31" Type="http://schemas.openxmlformats.org/officeDocument/2006/relationships/image" Target="../media/image42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59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40.png"/><Relationship Id="rId30" Type="http://schemas.openxmlformats.org/officeDocument/2006/relationships/customXml" Target="../ink/ink14.xml"/><Relationship Id="rId35" Type="http://schemas.openxmlformats.org/officeDocument/2006/relationships/image" Target="../media/image44.png"/><Relationship Id="rId43" Type="http://schemas.openxmlformats.org/officeDocument/2006/relationships/image" Target="../media/image48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61.png"/><Relationship Id="rId8" Type="http://schemas.openxmlformats.org/officeDocument/2006/relationships/image" Target="../media/image35.png"/><Relationship Id="rId51" Type="http://schemas.openxmlformats.org/officeDocument/2006/relationships/image" Target="../media/image52.png"/><Relationship Id="rId3" Type="http://schemas.openxmlformats.org/officeDocument/2006/relationships/image" Target="../media/image30.png"/><Relationship Id="rId12" Type="http://schemas.openxmlformats.org/officeDocument/2006/relationships/customXml" Target="../ink/ink5.xml"/><Relationship Id="rId17" Type="http://schemas.openxmlformats.org/officeDocument/2006/relationships/image" Target="../media/image350.png"/><Relationship Id="rId25" Type="http://schemas.openxmlformats.org/officeDocument/2006/relationships/image" Target="../media/image39.png"/><Relationship Id="rId33" Type="http://schemas.openxmlformats.org/officeDocument/2006/relationships/image" Target="../media/image43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56.png"/><Relationship Id="rId67" Type="http://schemas.openxmlformats.org/officeDocument/2006/relationships/image" Target="../media/image60.png"/><Relationship Id="rId20" Type="http://schemas.openxmlformats.org/officeDocument/2006/relationships/customXml" Target="../ink/ink9.xml"/><Relationship Id="rId41" Type="http://schemas.openxmlformats.org/officeDocument/2006/relationships/image" Target="../media/image47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5" Type="http://schemas.openxmlformats.org/officeDocument/2006/relationships/image" Target="../media/image65.png"/><Relationship Id="rId4" Type="http://schemas.openxmlformats.org/officeDocument/2006/relationships/customXml" Target="../ink/ink3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13" Type="http://schemas.openxmlformats.org/officeDocument/2006/relationships/image" Target="../media/image74.png"/><Relationship Id="rId18" Type="http://schemas.openxmlformats.org/officeDocument/2006/relationships/customXml" Target="../ink/ink42.xml"/><Relationship Id="rId26" Type="http://schemas.openxmlformats.org/officeDocument/2006/relationships/customXml" Target="../ink/ink46.xml"/><Relationship Id="rId3" Type="http://schemas.openxmlformats.org/officeDocument/2006/relationships/image" Target="../media/image68.png"/><Relationship Id="rId21" Type="http://schemas.openxmlformats.org/officeDocument/2006/relationships/image" Target="../media/image78.png"/><Relationship Id="rId7" Type="http://schemas.openxmlformats.org/officeDocument/2006/relationships/image" Target="../media/image71.png"/><Relationship Id="rId12" Type="http://schemas.openxmlformats.org/officeDocument/2006/relationships/customXml" Target="../ink/ink39.xml"/><Relationship Id="rId17" Type="http://schemas.openxmlformats.org/officeDocument/2006/relationships/image" Target="../media/image76.png"/><Relationship Id="rId25" Type="http://schemas.openxmlformats.org/officeDocument/2006/relationships/image" Target="../media/image80.png"/><Relationship Id="rId2" Type="http://schemas.openxmlformats.org/officeDocument/2006/relationships/image" Target="../media/image67.png"/><Relationship Id="rId16" Type="http://schemas.openxmlformats.org/officeDocument/2006/relationships/customXml" Target="../ink/ink41.xml"/><Relationship Id="rId20" Type="http://schemas.openxmlformats.org/officeDocument/2006/relationships/customXml" Target="../ink/ink43.xml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3.png"/><Relationship Id="rId24" Type="http://schemas.openxmlformats.org/officeDocument/2006/relationships/customXml" Target="../ink/ink45.xml"/><Relationship Id="rId5" Type="http://schemas.openxmlformats.org/officeDocument/2006/relationships/image" Target="../media/image69.png"/><Relationship Id="rId15" Type="http://schemas.openxmlformats.org/officeDocument/2006/relationships/image" Target="../media/image75.png"/><Relationship Id="rId23" Type="http://schemas.openxmlformats.org/officeDocument/2006/relationships/image" Target="../media/image79.png"/><Relationship Id="rId28" Type="http://schemas.openxmlformats.org/officeDocument/2006/relationships/customXml" Target="../ink/ink47.xml"/><Relationship Id="rId10" Type="http://schemas.openxmlformats.org/officeDocument/2006/relationships/customXml" Target="../ink/ink38.xml"/><Relationship Id="rId19" Type="http://schemas.openxmlformats.org/officeDocument/2006/relationships/image" Target="../media/image77.png"/><Relationship Id="rId4" Type="http://schemas.openxmlformats.org/officeDocument/2006/relationships/image" Target="../media/image36.png"/><Relationship Id="rId9" Type="http://schemas.openxmlformats.org/officeDocument/2006/relationships/image" Target="../media/image72.png"/><Relationship Id="rId14" Type="http://schemas.openxmlformats.org/officeDocument/2006/relationships/customXml" Target="../ink/ink40.xml"/><Relationship Id="rId22" Type="http://schemas.openxmlformats.org/officeDocument/2006/relationships/customXml" Target="../ink/ink44.xml"/><Relationship Id="rId27" Type="http://schemas.openxmlformats.org/officeDocument/2006/relationships/image" Target="../media/image8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13" Type="http://schemas.openxmlformats.org/officeDocument/2006/relationships/customXml" Target="../ink/ink52.xml"/><Relationship Id="rId3" Type="http://schemas.openxmlformats.org/officeDocument/2006/relationships/image" Target="../media/image84.png"/><Relationship Id="rId7" Type="http://schemas.openxmlformats.org/officeDocument/2006/relationships/image" Target="../media/image750.png"/><Relationship Id="rId12" Type="http://schemas.openxmlformats.org/officeDocument/2006/relationships/image" Target="../media/image63.png"/><Relationship Id="rId2" Type="http://schemas.openxmlformats.org/officeDocument/2006/relationships/image" Target="../media/image83.png"/><Relationship Id="rId16" Type="http://schemas.openxmlformats.org/officeDocument/2006/relationships/image" Target="../media/image79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.xml"/><Relationship Id="rId11" Type="http://schemas.openxmlformats.org/officeDocument/2006/relationships/image" Target="../media/image770.png"/><Relationship Id="rId5" Type="http://schemas.openxmlformats.org/officeDocument/2006/relationships/image" Target="../media/image740.png"/><Relationship Id="rId15" Type="http://schemas.openxmlformats.org/officeDocument/2006/relationships/customXml" Target="../ink/ink53.xml"/><Relationship Id="rId10" Type="http://schemas.openxmlformats.org/officeDocument/2006/relationships/customXml" Target="../ink/ink51.xml"/><Relationship Id="rId4" Type="http://schemas.openxmlformats.org/officeDocument/2006/relationships/customXml" Target="../ink/ink48.xml"/><Relationship Id="rId9" Type="http://schemas.openxmlformats.org/officeDocument/2006/relationships/image" Target="../media/image760.png"/><Relationship Id="rId14" Type="http://schemas.openxmlformats.org/officeDocument/2006/relationships/image" Target="../media/image78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51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.xml"/><Relationship Id="rId5" Type="http://schemas.openxmlformats.org/officeDocument/2006/relationships/image" Target="../media/image500.png"/><Relationship Id="rId4" Type="http://schemas.openxmlformats.org/officeDocument/2006/relationships/customXml" Target="../ink/ink5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13" Type="http://schemas.openxmlformats.org/officeDocument/2006/relationships/customXml" Target="../ink/ink61.xml"/><Relationship Id="rId3" Type="http://schemas.openxmlformats.org/officeDocument/2006/relationships/customXml" Target="../ink/ink56.xml"/><Relationship Id="rId7" Type="http://schemas.openxmlformats.org/officeDocument/2006/relationships/customXml" Target="../ink/ink58.xml"/><Relationship Id="rId12" Type="http://schemas.openxmlformats.org/officeDocument/2006/relationships/image" Target="../media/image930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customXml" Target="../ink/ink60.xml"/><Relationship Id="rId5" Type="http://schemas.openxmlformats.org/officeDocument/2006/relationships/customXml" Target="../ink/ink57.xml"/><Relationship Id="rId10" Type="http://schemas.openxmlformats.org/officeDocument/2006/relationships/image" Target="../media/image920.png"/><Relationship Id="rId4" Type="http://schemas.openxmlformats.org/officeDocument/2006/relationships/image" Target="../media/image94.png"/><Relationship Id="rId9" Type="http://schemas.openxmlformats.org/officeDocument/2006/relationships/customXml" Target="../ink/ink59.xml"/><Relationship Id="rId14" Type="http://schemas.openxmlformats.org/officeDocument/2006/relationships/image" Target="../media/image9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customXml" Target="../ink/ink62.xml"/><Relationship Id="rId7" Type="http://schemas.openxmlformats.org/officeDocument/2006/relationships/customXml" Target="../ink/ink64.xml"/><Relationship Id="rId12" Type="http://schemas.openxmlformats.org/officeDocument/2006/relationships/image" Target="../media/image10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customXml" Target="../ink/ink66.xml"/><Relationship Id="rId5" Type="http://schemas.openxmlformats.org/officeDocument/2006/relationships/customXml" Target="../ink/ink63.xml"/><Relationship Id="rId10" Type="http://schemas.openxmlformats.org/officeDocument/2006/relationships/image" Target="../media/image99.png"/><Relationship Id="rId4" Type="http://schemas.openxmlformats.org/officeDocument/2006/relationships/image" Target="../media/image960.png"/><Relationship Id="rId9" Type="http://schemas.openxmlformats.org/officeDocument/2006/relationships/customXml" Target="../ink/ink6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customXml" Target="../ink/ink71.xml"/><Relationship Id="rId18" Type="http://schemas.openxmlformats.org/officeDocument/2006/relationships/image" Target="../media/image109.png"/><Relationship Id="rId3" Type="http://schemas.openxmlformats.org/officeDocument/2006/relationships/image" Target="../media/image89.png"/><Relationship Id="rId21" Type="http://schemas.openxmlformats.org/officeDocument/2006/relationships/customXml" Target="../ink/ink75.xml"/><Relationship Id="rId7" Type="http://schemas.openxmlformats.org/officeDocument/2006/relationships/customXml" Target="../ink/ink68.xml"/><Relationship Id="rId12" Type="http://schemas.openxmlformats.org/officeDocument/2006/relationships/image" Target="../media/image106.png"/><Relationship Id="rId17" Type="http://schemas.openxmlformats.org/officeDocument/2006/relationships/customXml" Target="../ink/ink73.xml"/><Relationship Id="rId2" Type="http://schemas.openxmlformats.org/officeDocument/2006/relationships/image" Target="../media/image102.png"/><Relationship Id="rId16" Type="http://schemas.openxmlformats.org/officeDocument/2006/relationships/image" Target="../media/image108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customXml" Target="../ink/ink70.xml"/><Relationship Id="rId5" Type="http://schemas.openxmlformats.org/officeDocument/2006/relationships/customXml" Target="../ink/ink67.xml"/><Relationship Id="rId15" Type="http://schemas.openxmlformats.org/officeDocument/2006/relationships/customXml" Target="../ink/ink72.xml"/><Relationship Id="rId10" Type="http://schemas.openxmlformats.org/officeDocument/2006/relationships/image" Target="../media/image105.png"/><Relationship Id="rId19" Type="http://schemas.openxmlformats.org/officeDocument/2006/relationships/customXml" Target="../ink/ink74.xml"/><Relationship Id="rId4" Type="http://schemas.openxmlformats.org/officeDocument/2006/relationships/image" Target="../media/image101.png"/><Relationship Id="rId9" Type="http://schemas.openxmlformats.org/officeDocument/2006/relationships/customXml" Target="../ink/ink69.xml"/><Relationship Id="rId14" Type="http://schemas.openxmlformats.org/officeDocument/2006/relationships/image" Target="../media/image107.png"/><Relationship Id="rId22" Type="http://schemas.openxmlformats.org/officeDocument/2006/relationships/image" Target="../media/image1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customXml" Target="../ink/ink80.xml"/><Relationship Id="rId18" Type="http://schemas.openxmlformats.org/officeDocument/2006/relationships/image" Target="../media/image118.png"/><Relationship Id="rId26" Type="http://schemas.openxmlformats.org/officeDocument/2006/relationships/image" Target="../media/image122.png"/><Relationship Id="rId3" Type="http://schemas.openxmlformats.org/officeDocument/2006/relationships/image" Target="../media/image93.png"/><Relationship Id="rId21" Type="http://schemas.openxmlformats.org/officeDocument/2006/relationships/customXml" Target="../ink/ink84.xml"/><Relationship Id="rId7" Type="http://schemas.openxmlformats.org/officeDocument/2006/relationships/customXml" Target="../ink/ink77.xml"/><Relationship Id="rId12" Type="http://schemas.openxmlformats.org/officeDocument/2006/relationships/image" Target="../media/image115.png"/><Relationship Id="rId17" Type="http://schemas.openxmlformats.org/officeDocument/2006/relationships/customXml" Target="../ink/ink82.xml"/><Relationship Id="rId25" Type="http://schemas.openxmlformats.org/officeDocument/2006/relationships/customXml" Target="../ink/ink86.xml"/><Relationship Id="rId2" Type="http://schemas.openxmlformats.org/officeDocument/2006/relationships/image" Target="../media/image101.png"/><Relationship Id="rId16" Type="http://schemas.openxmlformats.org/officeDocument/2006/relationships/image" Target="../media/image117.png"/><Relationship Id="rId20" Type="http://schemas.openxmlformats.org/officeDocument/2006/relationships/image" Target="../media/image119.png"/><Relationship Id="rId29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customXml" Target="../ink/ink79.xml"/><Relationship Id="rId24" Type="http://schemas.openxmlformats.org/officeDocument/2006/relationships/image" Target="../media/image121.png"/><Relationship Id="rId5" Type="http://schemas.openxmlformats.org/officeDocument/2006/relationships/customXml" Target="../ink/ink76.xml"/><Relationship Id="rId15" Type="http://schemas.openxmlformats.org/officeDocument/2006/relationships/customXml" Target="../ink/ink81.xml"/><Relationship Id="rId23" Type="http://schemas.openxmlformats.org/officeDocument/2006/relationships/customXml" Target="../ink/ink85.xml"/><Relationship Id="rId28" Type="http://schemas.openxmlformats.org/officeDocument/2006/relationships/customXml" Target="../ink/ink88.xml"/><Relationship Id="rId10" Type="http://schemas.openxmlformats.org/officeDocument/2006/relationships/image" Target="../media/image114.png"/><Relationship Id="rId19" Type="http://schemas.openxmlformats.org/officeDocument/2006/relationships/customXml" Target="../ink/ink83.xml"/><Relationship Id="rId4" Type="http://schemas.openxmlformats.org/officeDocument/2006/relationships/image" Target="../media/image90.png"/><Relationship Id="rId9" Type="http://schemas.openxmlformats.org/officeDocument/2006/relationships/customXml" Target="../ink/ink78.xml"/><Relationship Id="rId14" Type="http://schemas.openxmlformats.org/officeDocument/2006/relationships/image" Target="../media/image116.png"/><Relationship Id="rId22" Type="http://schemas.openxmlformats.org/officeDocument/2006/relationships/image" Target="../media/image120.png"/><Relationship Id="rId27" Type="http://schemas.openxmlformats.org/officeDocument/2006/relationships/customXml" Target="../ink/ink8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0.xml"/><Relationship Id="rId13" Type="http://schemas.openxmlformats.org/officeDocument/2006/relationships/customXml" Target="../ink/ink92.xml"/><Relationship Id="rId18" Type="http://schemas.openxmlformats.org/officeDocument/2006/relationships/image" Target="../media/image130.png"/><Relationship Id="rId3" Type="http://schemas.openxmlformats.org/officeDocument/2006/relationships/customXml" Target="../ink/ink89.xml"/><Relationship Id="rId7" Type="http://schemas.openxmlformats.org/officeDocument/2006/relationships/image" Target="../media/image124.png"/><Relationship Id="rId12" Type="http://schemas.openxmlformats.org/officeDocument/2006/relationships/image" Target="../media/image127.png"/><Relationship Id="rId17" Type="http://schemas.openxmlformats.org/officeDocument/2006/relationships/customXml" Target="../ink/ink94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9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0.png"/><Relationship Id="rId11" Type="http://schemas.openxmlformats.org/officeDocument/2006/relationships/customXml" Target="../ink/ink91.xml"/><Relationship Id="rId15" Type="http://schemas.openxmlformats.org/officeDocument/2006/relationships/customXml" Target="../ink/ink93.xml"/><Relationship Id="rId10" Type="http://schemas.openxmlformats.org/officeDocument/2006/relationships/image" Target="../media/image126.png"/><Relationship Id="rId19" Type="http://schemas.openxmlformats.org/officeDocument/2006/relationships/customXml" Target="../ink/ink95.xml"/><Relationship Id="rId9" Type="http://schemas.openxmlformats.org/officeDocument/2006/relationships/image" Target="../media/image125.png"/><Relationship Id="rId14" Type="http://schemas.openxmlformats.org/officeDocument/2006/relationships/image" Target="../media/image1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customXml" Target="../ink/ink101.xml"/><Relationship Id="rId18" Type="http://schemas.openxmlformats.org/officeDocument/2006/relationships/image" Target="../media/image142.png"/><Relationship Id="rId26" Type="http://schemas.openxmlformats.org/officeDocument/2006/relationships/image" Target="../media/image146.png"/><Relationship Id="rId39" Type="http://schemas.openxmlformats.org/officeDocument/2006/relationships/customXml" Target="../ink/ink114.xml"/><Relationship Id="rId3" Type="http://schemas.openxmlformats.org/officeDocument/2006/relationships/image" Target="../media/image134.png"/><Relationship Id="rId21" Type="http://schemas.openxmlformats.org/officeDocument/2006/relationships/customXml" Target="../ink/ink105.xml"/><Relationship Id="rId34" Type="http://schemas.openxmlformats.org/officeDocument/2006/relationships/image" Target="../media/image150.png"/><Relationship Id="rId42" Type="http://schemas.openxmlformats.org/officeDocument/2006/relationships/image" Target="../media/image154.png"/><Relationship Id="rId7" Type="http://schemas.openxmlformats.org/officeDocument/2006/relationships/customXml" Target="../ink/ink98.xml"/><Relationship Id="rId12" Type="http://schemas.openxmlformats.org/officeDocument/2006/relationships/image" Target="../media/image139.png"/><Relationship Id="rId17" Type="http://schemas.openxmlformats.org/officeDocument/2006/relationships/customXml" Target="../ink/ink103.xml"/><Relationship Id="rId25" Type="http://schemas.openxmlformats.org/officeDocument/2006/relationships/customXml" Target="../ink/ink107.xml"/><Relationship Id="rId33" Type="http://schemas.openxmlformats.org/officeDocument/2006/relationships/customXml" Target="../ink/ink111.xml"/><Relationship Id="rId38" Type="http://schemas.openxmlformats.org/officeDocument/2006/relationships/image" Target="../media/image152.png"/><Relationship Id="rId46" Type="http://schemas.openxmlformats.org/officeDocument/2006/relationships/image" Target="../media/image156.png"/><Relationship Id="rId2" Type="http://schemas.openxmlformats.org/officeDocument/2006/relationships/customXml" Target="../ink/ink96.xml"/><Relationship Id="rId16" Type="http://schemas.openxmlformats.org/officeDocument/2006/relationships/image" Target="../media/image141.png"/><Relationship Id="rId20" Type="http://schemas.openxmlformats.org/officeDocument/2006/relationships/image" Target="../media/image143.png"/><Relationship Id="rId29" Type="http://schemas.openxmlformats.org/officeDocument/2006/relationships/customXml" Target="../ink/ink109.xml"/><Relationship Id="rId41" Type="http://schemas.openxmlformats.org/officeDocument/2006/relationships/customXml" Target="../ink/ink1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customXml" Target="../ink/ink100.xml"/><Relationship Id="rId24" Type="http://schemas.openxmlformats.org/officeDocument/2006/relationships/image" Target="../media/image145.png"/><Relationship Id="rId32" Type="http://schemas.openxmlformats.org/officeDocument/2006/relationships/image" Target="../media/image149.png"/><Relationship Id="rId37" Type="http://schemas.openxmlformats.org/officeDocument/2006/relationships/customXml" Target="../ink/ink113.xml"/><Relationship Id="rId40" Type="http://schemas.openxmlformats.org/officeDocument/2006/relationships/image" Target="../media/image153.png"/><Relationship Id="rId45" Type="http://schemas.openxmlformats.org/officeDocument/2006/relationships/customXml" Target="../ink/ink117.xml"/><Relationship Id="rId5" Type="http://schemas.openxmlformats.org/officeDocument/2006/relationships/customXml" Target="../ink/ink97.xml"/><Relationship Id="rId15" Type="http://schemas.openxmlformats.org/officeDocument/2006/relationships/customXml" Target="../ink/ink102.xml"/><Relationship Id="rId23" Type="http://schemas.openxmlformats.org/officeDocument/2006/relationships/customXml" Target="../ink/ink106.xml"/><Relationship Id="rId28" Type="http://schemas.openxmlformats.org/officeDocument/2006/relationships/image" Target="../media/image147.png"/><Relationship Id="rId36" Type="http://schemas.openxmlformats.org/officeDocument/2006/relationships/image" Target="../media/image151.png"/><Relationship Id="rId10" Type="http://schemas.openxmlformats.org/officeDocument/2006/relationships/image" Target="../media/image138.png"/><Relationship Id="rId19" Type="http://schemas.openxmlformats.org/officeDocument/2006/relationships/customXml" Target="../ink/ink104.xml"/><Relationship Id="rId31" Type="http://schemas.openxmlformats.org/officeDocument/2006/relationships/customXml" Target="../ink/ink110.xml"/><Relationship Id="rId44" Type="http://schemas.openxmlformats.org/officeDocument/2006/relationships/image" Target="../media/image155.png"/><Relationship Id="rId4" Type="http://schemas.openxmlformats.org/officeDocument/2006/relationships/image" Target="../media/image133.emf"/><Relationship Id="rId9" Type="http://schemas.openxmlformats.org/officeDocument/2006/relationships/customXml" Target="../ink/ink99.xml"/><Relationship Id="rId14" Type="http://schemas.openxmlformats.org/officeDocument/2006/relationships/image" Target="../media/image140.png"/><Relationship Id="rId22" Type="http://schemas.openxmlformats.org/officeDocument/2006/relationships/image" Target="../media/image144.png"/><Relationship Id="rId27" Type="http://schemas.openxmlformats.org/officeDocument/2006/relationships/customXml" Target="../ink/ink108.xml"/><Relationship Id="rId30" Type="http://schemas.openxmlformats.org/officeDocument/2006/relationships/image" Target="../media/image148.png"/><Relationship Id="rId35" Type="http://schemas.openxmlformats.org/officeDocument/2006/relationships/customXml" Target="../ink/ink112.xml"/><Relationship Id="rId43" Type="http://schemas.openxmlformats.org/officeDocument/2006/relationships/customXml" Target="../ink/ink11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customXml" Target="../ink/ink123.xml"/><Relationship Id="rId18" Type="http://schemas.openxmlformats.org/officeDocument/2006/relationships/image" Target="../media/image164.png"/><Relationship Id="rId3" Type="http://schemas.openxmlformats.org/officeDocument/2006/relationships/customXml" Target="../ink/ink118.xml"/><Relationship Id="rId21" Type="http://schemas.openxmlformats.org/officeDocument/2006/relationships/customXml" Target="../ink/ink127.xml"/><Relationship Id="rId7" Type="http://schemas.openxmlformats.org/officeDocument/2006/relationships/customXml" Target="../ink/ink120.xml"/><Relationship Id="rId12" Type="http://schemas.openxmlformats.org/officeDocument/2006/relationships/image" Target="../media/image161.png"/><Relationship Id="rId17" Type="http://schemas.openxmlformats.org/officeDocument/2006/relationships/customXml" Target="../ink/ink125.xml"/><Relationship Id="rId2" Type="http://schemas.openxmlformats.org/officeDocument/2006/relationships/image" Target="../media/image124.png"/><Relationship Id="rId16" Type="http://schemas.openxmlformats.org/officeDocument/2006/relationships/image" Target="../media/image163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11" Type="http://schemas.openxmlformats.org/officeDocument/2006/relationships/customXml" Target="../ink/ink122.xml"/><Relationship Id="rId24" Type="http://schemas.openxmlformats.org/officeDocument/2006/relationships/image" Target="../media/image167.png"/><Relationship Id="rId5" Type="http://schemas.openxmlformats.org/officeDocument/2006/relationships/customXml" Target="../ink/ink119.xml"/><Relationship Id="rId15" Type="http://schemas.openxmlformats.org/officeDocument/2006/relationships/customXml" Target="../ink/ink124.xml"/><Relationship Id="rId23" Type="http://schemas.openxmlformats.org/officeDocument/2006/relationships/customXml" Target="../ink/ink128.xml"/><Relationship Id="rId10" Type="http://schemas.openxmlformats.org/officeDocument/2006/relationships/image" Target="../media/image160.png"/><Relationship Id="rId19" Type="http://schemas.openxmlformats.org/officeDocument/2006/relationships/customXml" Target="../ink/ink126.xml"/><Relationship Id="rId4" Type="http://schemas.openxmlformats.org/officeDocument/2006/relationships/image" Target="../media/image157.png"/><Relationship Id="rId9" Type="http://schemas.openxmlformats.org/officeDocument/2006/relationships/customXml" Target="../ink/ink121.xml"/><Relationship Id="rId14" Type="http://schemas.openxmlformats.org/officeDocument/2006/relationships/image" Target="../media/image162.png"/><Relationship Id="rId22" Type="http://schemas.openxmlformats.org/officeDocument/2006/relationships/image" Target="../media/image166.png"/></Relationships>
</file>

<file path=ppt/slides/_rels/slide27.xml.rels><?xml version="1.0" encoding="UTF-8" standalone="yes"?>
<Relationships xmlns="http://schemas.openxmlformats.org/package/2006/relationships"><Relationship Id="rId18" Type="http://schemas.openxmlformats.org/officeDocument/2006/relationships/customXml" Target="../ink/ink134.xml"/><Relationship Id="rId13" Type="http://schemas.openxmlformats.org/officeDocument/2006/relationships/image" Target="../media/image172.png"/><Relationship Id="rId26" Type="http://schemas.openxmlformats.org/officeDocument/2006/relationships/image" Target="../media/image177.png"/><Relationship Id="rId3" Type="http://schemas.openxmlformats.org/officeDocument/2006/relationships/customXml" Target="../ink/ink129.xml"/><Relationship Id="rId21" Type="http://schemas.openxmlformats.org/officeDocument/2006/relationships/customXml" Target="../ink/ink136.xml"/><Relationship Id="rId34" Type="http://schemas.openxmlformats.org/officeDocument/2006/relationships/image" Target="../media/image181.png"/><Relationship Id="rId7" Type="http://schemas.openxmlformats.org/officeDocument/2006/relationships/customXml" Target="../ink/ink131.xml"/><Relationship Id="rId17" Type="http://schemas.openxmlformats.org/officeDocument/2006/relationships/customXml" Target="../ink/ink133.xml"/><Relationship Id="rId25" Type="http://schemas.openxmlformats.org/officeDocument/2006/relationships/customXml" Target="../ink/ink138.xml"/><Relationship Id="rId33" Type="http://schemas.openxmlformats.org/officeDocument/2006/relationships/customXml" Target="../ink/ink142.xml"/><Relationship Id="rId2" Type="http://schemas.openxmlformats.org/officeDocument/2006/relationships/image" Target="../media/image133.emf"/><Relationship Id="rId16" Type="http://schemas.openxmlformats.org/officeDocument/2006/relationships/image" Target="../media/image126.png"/><Relationship Id="rId20" Type="http://schemas.openxmlformats.org/officeDocument/2006/relationships/image" Target="../media/image174.png"/><Relationship Id="rId29" Type="http://schemas.openxmlformats.org/officeDocument/2006/relationships/customXml" Target="../ink/ink1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1.png"/><Relationship Id="rId24" Type="http://schemas.openxmlformats.org/officeDocument/2006/relationships/image" Target="../media/image176.png"/><Relationship Id="rId32" Type="http://schemas.openxmlformats.org/officeDocument/2006/relationships/image" Target="../media/image180.png"/><Relationship Id="rId5" Type="http://schemas.openxmlformats.org/officeDocument/2006/relationships/customXml" Target="../ink/ink130.xml"/><Relationship Id="rId15" Type="http://schemas.openxmlformats.org/officeDocument/2006/relationships/image" Target="../media/image173.png"/><Relationship Id="rId23" Type="http://schemas.openxmlformats.org/officeDocument/2006/relationships/customXml" Target="../ink/ink137.xml"/><Relationship Id="rId28" Type="http://schemas.openxmlformats.org/officeDocument/2006/relationships/image" Target="../media/image178.png"/><Relationship Id="rId10" Type="http://schemas.openxmlformats.org/officeDocument/2006/relationships/customXml" Target="../ink/ink132.xml"/><Relationship Id="rId19" Type="http://schemas.openxmlformats.org/officeDocument/2006/relationships/customXml" Target="../ink/ink135.xml"/><Relationship Id="rId31" Type="http://schemas.openxmlformats.org/officeDocument/2006/relationships/customXml" Target="../ink/ink141.xml"/><Relationship Id="rId4" Type="http://schemas.openxmlformats.org/officeDocument/2006/relationships/image" Target="../media/image168.png"/><Relationship Id="rId9" Type="http://schemas.openxmlformats.org/officeDocument/2006/relationships/image" Target="../media/image170.png"/><Relationship Id="rId22" Type="http://schemas.openxmlformats.org/officeDocument/2006/relationships/image" Target="../media/image175.png"/><Relationship Id="rId27" Type="http://schemas.openxmlformats.org/officeDocument/2006/relationships/customXml" Target="../ink/ink139.xml"/><Relationship Id="rId30" Type="http://schemas.openxmlformats.org/officeDocument/2006/relationships/image" Target="../media/image17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BABFF8-349B-36C0-7DE6-1AF10EE103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Analiza podobieństwa i obiektów kart </a:t>
            </a:r>
            <a:r>
              <a:rPr lang="pl-PL" dirty="0" err="1"/>
              <a:t>Nvidia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E7E619-E3E6-4083-3F9B-4875B87828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Jan Latt, Biotechnologia II stopień, 2(1) semestr, WCh, PG</a:t>
            </a:r>
          </a:p>
        </p:txBody>
      </p:sp>
    </p:spTree>
    <p:extLst>
      <p:ext uri="{BB962C8B-B14F-4D97-AF65-F5344CB8AC3E}">
        <p14:creationId xmlns:p14="http://schemas.microsoft.com/office/powerpoint/2010/main" val="417170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>
            <a:extLst>
              <a:ext uri="{FF2B5EF4-FFF2-40B4-BE49-F238E27FC236}">
                <a16:creationId xmlns:a16="http://schemas.microsoft.com/office/drawing/2014/main" id="{DA81CEC6-A3E1-9910-D0B1-0BED852AD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54" y="-4761"/>
            <a:ext cx="5598340" cy="6862761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24B5E236-3BC3-0A9A-94AC-0FC904989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186" y="1117061"/>
            <a:ext cx="6597814" cy="57430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5B469BFF-9EB6-8325-B86D-B21D3F1C0E21}"/>
                  </a:ext>
                </a:extLst>
              </p14:cNvPr>
              <p14:cNvContentPartPr/>
              <p14:nvPr/>
            </p14:nvContentPartPr>
            <p14:xfrm>
              <a:off x="5695560" y="1198905"/>
              <a:ext cx="3923640" cy="69840"/>
            </p14:xfrm>
          </p:contentPart>
        </mc:Choice>
        <mc:Fallback xmlns=""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5B469BFF-9EB6-8325-B86D-B21D3F1C0E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41920" y="1090905"/>
                <a:ext cx="4031280" cy="2854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DFC4DC53-17D5-D791-2397-0809751B81B4}"/>
              </a:ext>
            </a:extLst>
          </p:cNvPr>
          <p:cNvSpPr txBox="1"/>
          <p:nvPr/>
        </p:nvSpPr>
        <p:spPr>
          <a:xfrm>
            <a:off x="5594186" y="-6887"/>
            <a:ext cx="56784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Problem chemometryczny do rozwiązania:</a:t>
            </a:r>
            <a:br>
              <a:rPr lang="pl-PL" dirty="0"/>
            </a:br>
            <a:r>
              <a:rPr lang="pl-PL" sz="2400" dirty="0">
                <a:solidFill>
                  <a:srgbClr val="FFFF00"/>
                </a:solidFill>
              </a:rPr>
              <a:t>Analiza podobieństwa zmiennych i obiektów kart graficznych firmy NVIDIA</a:t>
            </a:r>
            <a:endParaRPr lang="pl-PL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414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a 8">
            <a:extLst>
              <a:ext uri="{FF2B5EF4-FFF2-40B4-BE49-F238E27FC236}">
                <a16:creationId xmlns:a16="http://schemas.microsoft.com/office/drawing/2014/main" id="{54AAC2B8-8AFE-BE9C-6A41-9C58C160550D}"/>
              </a:ext>
            </a:extLst>
          </p:cNvPr>
          <p:cNvGrpSpPr/>
          <p:nvPr/>
        </p:nvGrpSpPr>
        <p:grpSpPr>
          <a:xfrm>
            <a:off x="0" y="0"/>
            <a:ext cx="7533945" cy="6847497"/>
            <a:chOff x="2329027" y="10503"/>
            <a:chExt cx="7533945" cy="6847497"/>
          </a:xfrm>
        </p:grpSpPr>
        <p:pic>
          <p:nvPicPr>
            <p:cNvPr id="5" name="Obraz 4">
              <a:extLst>
                <a:ext uri="{FF2B5EF4-FFF2-40B4-BE49-F238E27FC236}">
                  <a16:creationId xmlns:a16="http://schemas.microsoft.com/office/drawing/2014/main" id="{B4CF8C9E-2B2A-F0C9-8723-7E59509D1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9027" y="10503"/>
              <a:ext cx="7461504" cy="3431370"/>
            </a:xfrm>
            <a:prstGeom prst="rect">
              <a:avLst/>
            </a:prstGeom>
          </p:spPr>
        </p:pic>
        <p:pic>
          <p:nvPicPr>
            <p:cNvPr id="8" name="Obraz 7">
              <a:extLst>
                <a:ext uri="{FF2B5EF4-FFF2-40B4-BE49-F238E27FC236}">
                  <a16:creationId xmlns:a16="http://schemas.microsoft.com/office/drawing/2014/main" id="{EE641EF0-FB3F-7949-EE95-5777B4A45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9027" y="3441873"/>
              <a:ext cx="7533945" cy="3416127"/>
            </a:xfrm>
            <a:prstGeom prst="rect">
              <a:avLst/>
            </a:prstGeom>
          </p:spPr>
        </p:pic>
      </p:grp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248FCBE-2774-C180-E499-54ABB271CD06}"/>
              </a:ext>
            </a:extLst>
          </p:cNvPr>
          <p:cNvSpPr txBox="1"/>
          <p:nvPr/>
        </p:nvSpPr>
        <p:spPr>
          <a:xfrm>
            <a:off x="8010144" y="2822109"/>
            <a:ext cx="34747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3200" dirty="0">
                <a:solidFill>
                  <a:srgbClr val="FF6600"/>
                </a:solidFill>
              </a:rPr>
              <a:t>NIE</a:t>
            </a:r>
            <a:r>
              <a:rPr lang="pl-PL" sz="3200" dirty="0"/>
              <a:t> w kolumnie =&gt; tworzę</a:t>
            </a:r>
          </a:p>
          <a:p>
            <a:r>
              <a:rPr lang="pl-PL" sz="3200" dirty="0"/>
              <a:t>		histogram</a:t>
            </a:r>
          </a:p>
        </p:txBody>
      </p:sp>
    </p:spTree>
    <p:extLst>
      <p:ext uri="{BB962C8B-B14F-4D97-AF65-F5344CB8AC3E}">
        <p14:creationId xmlns:p14="http://schemas.microsoft.com/office/powerpoint/2010/main" val="818768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C6985B06-7F67-404D-90C6-1E91320BD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3204125" cy="2589962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D9ED134E-97F9-4FC9-A128-39D01C19C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530" y="0"/>
            <a:ext cx="3207569" cy="2589740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1604E1FE-21A7-4ED2-910D-162E0F483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596" y="0"/>
            <a:ext cx="3207569" cy="2589336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A03B0D29-22D5-42FB-BC05-8C92D2E57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9570" y="0"/>
            <a:ext cx="3292430" cy="2589336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5579EAF7-A5C1-4EB0-BD89-1829A60C04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4521758"/>
            <a:ext cx="2965531" cy="2336242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26238BF5-0220-42D8-BCE6-647F4A635C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2503" y="4521758"/>
            <a:ext cx="2986993" cy="2342804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ED742B20-4D01-4139-9798-E90B602324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468" y="4523438"/>
            <a:ext cx="2965531" cy="2341123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CB34FDD0-5AED-F20F-4B3C-56BEFCD83A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1864" y="2589336"/>
            <a:ext cx="7188269" cy="19642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4ADADC0A-84A5-29C9-D74C-08F03975FD93}"/>
                  </a:ext>
                </a:extLst>
              </p14:cNvPr>
              <p14:cNvContentPartPr/>
              <p14:nvPr/>
            </p14:nvContentPartPr>
            <p14:xfrm>
              <a:off x="3771030" y="4180245"/>
              <a:ext cx="734760" cy="391680"/>
            </p14:xfrm>
          </p:contentPart>
        </mc:Choice>
        <mc:Fallback xmlns=""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4ADADC0A-84A5-29C9-D74C-08F03975FD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62030" y="4171245"/>
                <a:ext cx="75240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Pismo odręczne 13">
                <a:extLst>
                  <a:ext uri="{FF2B5EF4-FFF2-40B4-BE49-F238E27FC236}">
                    <a16:creationId xmlns:a16="http://schemas.microsoft.com/office/drawing/2014/main" id="{7B917A2B-1F72-367B-F386-4DC2E387360B}"/>
                  </a:ext>
                </a:extLst>
              </p14:cNvPr>
              <p14:cNvContentPartPr/>
              <p14:nvPr/>
            </p14:nvContentPartPr>
            <p14:xfrm>
              <a:off x="8866110" y="4122645"/>
              <a:ext cx="785160" cy="363600"/>
            </p14:xfrm>
          </p:contentPart>
        </mc:Choice>
        <mc:Fallback xmlns="">
          <p:pic>
            <p:nvPicPr>
              <p:cNvPr id="14" name="Pismo odręczne 13">
                <a:extLst>
                  <a:ext uri="{FF2B5EF4-FFF2-40B4-BE49-F238E27FC236}">
                    <a16:creationId xmlns:a16="http://schemas.microsoft.com/office/drawing/2014/main" id="{7B917A2B-1F72-367B-F386-4DC2E387360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57470" y="4114005"/>
                <a:ext cx="802800" cy="38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791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120156-82DE-4FB1-099F-AD84C776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78" y="266699"/>
            <a:ext cx="9011444" cy="925513"/>
          </a:xfrm>
        </p:spPr>
        <p:txBody>
          <a:bodyPr>
            <a:normAutofit fontScale="90000"/>
          </a:bodyPr>
          <a:lstStyle/>
          <a:p>
            <a:r>
              <a:rPr lang="pl-PL" dirty="0"/>
              <a:t>Punkty odbiegające – postępowanie KOS, FPS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6985B06-7F67-404D-90C6-1E91320BD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753"/>
            <a:ext cx="3028950" cy="251206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8D1BF9D9-8208-3DF5-7800-A1C71CDF2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1075530"/>
            <a:ext cx="3257550" cy="251650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BEECFE99-3CD4-3061-5AEE-0C4034C10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9813"/>
            <a:ext cx="3028950" cy="248348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ED742B20-4D01-4139-9798-E90B60232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075" y="1097754"/>
            <a:ext cx="3019425" cy="245999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7FD2B2BE-6556-4EA1-9BAB-4DB9FA62B9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5075" y="3557744"/>
            <a:ext cx="3019425" cy="244856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B31A2649-9D4D-652A-7D32-C234EFD252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0" y="1109819"/>
            <a:ext cx="2963545" cy="2447925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794F7642-AF8D-E1B0-168C-90243A7A4BE3}"/>
              </a:ext>
            </a:extLst>
          </p:cNvPr>
          <p:cNvSpPr txBox="1"/>
          <p:nvPr/>
        </p:nvSpPr>
        <p:spPr>
          <a:xfrm>
            <a:off x="3350101" y="4181858"/>
            <a:ext cx="26438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dirty="0"/>
              <a:t>KOS</a:t>
            </a:r>
          </a:p>
          <a:p>
            <a:r>
              <a:rPr lang="pl-PL" sz="3600" dirty="0"/>
              <a:t>Odbiegający</a:t>
            </a:r>
            <a:br>
              <a:rPr lang="pl-PL" sz="3600" dirty="0"/>
            </a:br>
            <a:r>
              <a:rPr lang="pl-PL" sz="3600" dirty="0">
                <a:solidFill>
                  <a:srgbClr val="92D050"/>
                </a:solidFill>
              </a:rPr>
              <a:t>Zostawić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86F39B0-8CF4-8944-352F-8A240CE5BD55}"/>
              </a:ext>
            </a:extLst>
          </p:cNvPr>
          <p:cNvSpPr txBox="1"/>
          <p:nvPr/>
        </p:nvSpPr>
        <p:spPr>
          <a:xfrm>
            <a:off x="9363075" y="4181858"/>
            <a:ext cx="3048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dirty="0"/>
              <a:t>FPS</a:t>
            </a:r>
          </a:p>
          <a:p>
            <a:r>
              <a:rPr lang="pl-PL" sz="3600" dirty="0"/>
              <a:t>Wielomodalny</a:t>
            </a:r>
          </a:p>
          <a:p>
            <a:r>
              <a:rPr lang="pl-PL" sz="3600" dirty="0">
                <a:solidFill>
                  <a:srgbClr val="92D050"/>
                </a:solidFill>
              </a:rPr>
              <a:t>Zostawić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97D0321-9C1D-42A8-43B6-F16ABCCE615E}"/>
              </a:ext>
            </a:extLst>
          </p:cNvPr>
          <p:cNvSpPr txBox="1"/>
          <p:nvPr/>
        </p:nvSpPr>
        <p:spPr>
          <a:xfrm>
            <a:off x="4632674" y="6341341"/>
            <a:ext cx="292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rgbClr val="92D050"/>
                </a:solidFill>
              </a:rPr>
              <a:t>Zalecenia osoby prowadzącej</a:t>
            </a:r>
          </a:p>
        </p:txBody>
      </p:sp>
    </p:spTree>
    <p:extLst>
      <p:ext uri="{BB962C8B-B14F-4D97-AF65-F5344CB8AC3E}">
        <p14:creationId xmlns:p14="http://schemas.microsoft.com/office/powerpoint/2010/main" val="344641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BD82EDE5-B69C-DA2E-67C2-8BE21643E0BF}"/>
              </a:ext>
            </a:extLst>
          </p:cNvPr>
          <p:cNvSpPr txBox="1">
            <a:spLocks/>
          </p:cNvSpPr>
          <p:nvPr/>
        </p:nvSpPr>
        <p:spPr>
          <a:xfrm>
            <a:off x="2440670" y="266699"/>
            <a:ext cx="9011444" cy="925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Histogramy po transformacjach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0000000-0008-0000-0100-000005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220"/>
            <a:ext cx="3126728" cy="2415977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00000000-0008-0000-0100-000004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406" y="1404624"/>
            <a:ext cx="3126728" cy="246545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00000000-0008-0000-0100-00000A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134" y="1309272"/>
            <a:ext cx="3126729" cy="261787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00000000-0008-0000-0100-00000B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5271" y="1309272"/>
            <a:ext cx="3126729" cy="265063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00000000-0008-0000-0100-00000C000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613" y="4133891"/>
            <a:ext cx="3126728" cy="2573778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00000000-0008-0000-0100-0000080000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0770" y="4139559"/>
            <a:ext cx="3126729" cy="256811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00000000-0008-0000-0100-0000070000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9589" y="4157043"/>
            <a:ext cx="3126729" cy="25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91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B1CDCE92-2E18-9C51-5E2C-651480A55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313" y="0"/>
            <a:ext cx="5741511" cy="687187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ABFC7429-5F8F-2A9F-E2FF-AC5C48E6B4A1}"/>
              </a:ext>
            </a:extLst>
          </p:cNvPr>
          <p:cNvSpPr txBox="1"/>
          <p:nvPr/>
        </p:nvSpPr>
        <p:spPr>
          <a:xfrm>
            <a:off x="7817326" y="2004774"/>
            <a:ext cx="39936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dirty="0"/>
              <a:t>WIK i MOC</a:t>
            </a:r>
          </a:p>
          <a:p>
            <a:r>
              <a:rPr lang="pl-PL" sz="3600" dirty="0"/>
              <a:t>Od początku wielomodalne</a:t>
            </a:r>
            <a:br>
              <a:rPr lang="pl-PL" sz="3600" dirty="0"/>
            </a:br>
            <a:r>
              <a:rPr lang="pl-PL" sz="3600" dirty="0"/>
              <a:t>=&gt;	</a:t>
            </a:r>
            <a:r>
              <a:rPr lang="pl-PL" sz="3600" dirty="0">
                <a:solidFill>
                  <a:srgbClr val="FF5050"/>
                </a:solidFill>
              </a:rPr>
              <a:t>nie uzyskują 			transformacji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921719D-5F27-1295-17E8-754B13BB829D}"/>
              </a:ext>
            </a:extLst>
          </p:cNvPr>
          <p:cNvSpPr txBox="1"/>
          <p:nvPr/>
        </p:nvSpPr>
        <p:spPr>
          <a:xfrm>
            <a:off x="7362824" y="0"/>
            <a:ext cx="399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dirty="0"/>
              <a:t>Tabela po transformacjach</a:t>
            </a:r>
            <a:endParaRPr lang="pl-PL" sz="3600" dirty="0">
              <a:solidFill>
                <a:srgbClr val="FF5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705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FC7DFE-4728-5DD0-B743-6CD373CB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0"/>
            <a:ext cx="9810750" cy="753082"/>
          </a:xfrm>
        </p:spPr>
        <p:txBody>
          <a:bodyPr>
            <a:normAutofit fontScale="90000"/>
          </a:bodyPr>
          <a:lstStyle/>
          <a:p>
            <a:r>
              <a:rPr lang="pl-PL" dirty="0"/>
              <a:t>Wykresy korelacyjne: grupowania i odbiegające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2205067-8EA1-9010-3150-7AE5234EF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046" y="753082"/>
            <a:ext cx="8649907" cy="296268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9E9F1CD7-AFFA-541B-39CF-F365D49FC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204" y="3715770"/>
            <a:ext cx="8592749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56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FC7DFE-4728-5DD0-B743-6CD373CB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0" y="0"/>
            <a:ext cx="9486900" cy="753082"/>
          </a:xfrm>
        </p:spPr>
        <p:txBody>
          <a:bodyPr>
            <a:normAutofit/>
          </a:bodyPr>
          <a:lstStyle/>
          <a:p>
            <a:r>
              <a:rPr lang="pl-PL" dirty="0"/>
              <a:t>Wykresy korelacyjne: punkty odbiegające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F0A34A9-5475-8547-21EF-58B9FA280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828"/>
            <a:ext cx="2996194" cy="2882086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BEB03F0B-98C6-065D-E992-D27E1876B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385" y="1093827"/>
            <a:ext cx="3119706" cy="2882086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52027B1E-180A-0660-5047-FD1BF00CE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289" y="1093826"/>
            <a:ext cx="3119708" cy="2882088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F01F79B0-8F81-57E7-CF2D-B11BA4674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75914"/>
            <a:ext cx="3119706" cy="2882086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DE8823E7-8813-5BDF-001A-FE679CC70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6193" y="3975912"/>
            <a:ext cx="3119708" cy="2882088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4FB81BE0-BA51-C12E-44C9-D62413F2DD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899" y="3975912"/>
            <a:ext cx="3119708" cy="2882088"/>
          </a:xfrm>
          <a:prstGeom prst="rect">
            <a:avLst/>
          </a:prstGeom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1714F14F-439D-D5CF-B6B6-C88BBEE8968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235"/>
          <a:stretch/>
        </p:blipFill>
        <p:spPr>
          <a:xfrm>
            <a:off x="9235605" y="3975914"/>
            <a:ext cx="2956392" cy="2882086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8CF36956-5CC1-EF5E-8E9C-E2E5A3E7DD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6193" y="1093826"/>
            <a:ext cx="2996194" cy="2882089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C6610270-895C-B114-AF97-514A37745409}"/>
              </a:ext>
            </a:extLst>
          </p:cNvPr>
          <p:cNvSpPr txBox="1"/>
          <p:nvPr/>
        </p:nvSpPr>
        <p:spPr>
          <a:xfrm>
            <a:off x="5012921" y="695088"/>
            <a:ext cx="394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u="sng" dirty="0"/>
              <a:t>Niska zmienność UDZ!!!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C10876B5-61FE-7494-4AD2-7F2D5E64BD6A}"/>
                  </a:ext>
                </a:extLst>
              </p14:cNvPr>
              <p14:cNvContentPartPr/>
              <p14:nvPr/>
            </p14:nvContentPartPr>
            <p14:xfrm>
              <a:off x="2166984" y="5375664"/>
              <a:ext cx="311400" cy="221040"/>
            </p14:xfrm>
          </p:contentPart>
        </mc:Choice>
        <mc:Fallback xmlns=""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C10876B5-61FE-7494-4AD2-7F2D5E64BD6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60864" y="5369544"/>
                <a:ext cx="3236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Pismo odręczne 14">
                <a:extLst>
                  <a:ext uri="{FF2B5EF4-FFF2-40B4-BE49-F238E27FC236}">
                    <a16:creationId xmlns:a16="http://schemas.microsoft.com/office/drawing/2014/main" id="{632AA23D-8529-5E50-6CC3-682B125A99E1}"/>
                  </a:ext>
                </a:extLst>
              </p14:cNvPr>
              <p14:cNvContentPartPr/>
              <p14:nvPr/>
            </p14:nvContentPartPr>
            <p14:xfrm>
              <a:off x="1850184" y="6453144"/>
              <a:ext cx="191160" cy="195480"/>
            </p14:xfrm>
          </p:contentPart>
        </mc:Choice>
        <mc:Fallback xmlns="">
          <p:pic>
            <p:nvPicPr>
              <p:cNvPr id="15" name="Pismo odręczne 14">
                <a:extLst>
                  <a:ext uri="{FF2B5EF4-FFF2-40B4-BE49-F238E27FC236}">
                    <a16:creationId xmlns:a16="http://schemas.microsoft.com/office/drawing/2014/main" id="{632AA23D-8529-5E50-6CC3-682B125A99E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44064" y="6447024"/>
                <a:ext cx="2034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Pismo odręczne 16">
                <a:extLst>
                  <a:ext uri="{FF2B5EF4-FFF2-40B4-BE49-F238E27FC236}">
                    <a16:creationId xmlns:a16="http://schemas.microsoft.com/office/drawing/2014/main" id="{C6FE059F-DDF9-5251-C9CA-72841388EEBC}"/>
                  </a:ext>
                </a:extLst>
              </p14:cNvPr>
              <p14:cNvContentPartPr/>
              <p14:nvPr/>
            </p14:nvContentPartPr>
            <p14:xfrm>
              <a:off x="2658024" y="6409224"/>
              <a:ext cx="230400" cy="264240"/>
            </p14:xfrm>
          </p:contentPart>
        </mc:Choice>
        <mc:Fallback xmlns="">
          <p:pic>
            <p:nvPicPr>
              <p:cNvPr id="17" name="Pismo odręczne 16">
                <a:extLst>
                  <a:ext uri="{FF2B5EF4-FFF2-40B4-BE49-F238E27FC236}">
                    <a16:creationId xmlns:a16="http://schemas.microsoft.com/office/drawing/2014/main" id="{C6FE059F-DDF9-5251-C9CA-72841388EE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51904" y="6403104"/>
                <a:ext cx="242640" cy="27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upa 21">
            <a:extLst>
              <a:ext uri="{FF2B5EF4-FFF2-40B4-BE49-F238E27FC236}">
                <a16:creationId xmlns:a16="http://schemas.microsoft.com/office/drawing/2014/main" id="{FBC6DAEB-7608-CC17-AA90-D4D948921A57}"/>
              </a:ext>
            </a:extLst>
          </p:cNvPr>
          <p:cNvGrpSpPr/>
          <p:nvPr/>
        </p:nvGrpSpPr>
        <p:grpSpPr>
          <a:xfrm>
            <a:off x="3370824" y="6134904"/>
            <a:ext cx="598680" cy="578880"/>
            <a:chOff x="3370824" y="6134904"/>
            <a:chExt cx="598680" cy="57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Pismo odręczne 18">
                  <a:extLst>
                    <a:ext uri="{FF2B5EF4-FFF2-40B4-BE49-F238E27FC236}">
                      <a16:creationId xmlns:a16="http://schemas.microsoft.com/office/drawing/2014/main" id="{52D27811-8ABC-9DDD-51AA-37308742AB7F}"/>
                    </a:ext>
                  </a:extLst>
                </p14:cNvPr>
                <p14:cNvContentPartPr/>
                <p14:nvPr/>
              </p14:nvContentPartPr>
              <p14:xfrm>
                <a:off x="3370824" y="6134904"/>
                <a:ext cx="213480" cy="294480"/>
              </p14:xfrm>
            </p:contentPart>
          </mc:Choice>
          <mc:Fallback xmlns="">
            <p:pic>
              <p:nvPicPr>
                <p:cNvPr id="19" name="Pismo odręczne 18">
                  <a:extLst>
                    <a:ext uri="{FF2B5EF4-FFF2-40B4-BE49-F238E27FC236}">
                      <a16:creationId xmlns:a16="http://schemas.microsoft.com/office/drawing/2014/main" id="{52D27811-8ABC-9DDD-51AA-37308742AB7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64704" y="6128784"/>
                  <a:ext cx="2257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Pismo odręczne 20">
                  <a:extLst>
                    <a:ext uri="{FF2B5EF4-FFF2-40B4-BE49-F238E27FC236}">
                      <a16:creationId xmlns:a16="http://schemas.microsoft.com/office/drawing/2014/main" id="{A39469F2-DBB0-11A8-D821-25496A9F02D7}"/>
                    </a:ext>
                  </a:extLst>
                </p14:cNvPr>
                <p14:cNvContentPartPr/>
                <p14:nvPr/>
              </p14:nvContentPartPr>
              <p14:xfrm>
                <a:off x="3747744" y="6457824"/>
                <a:ext cx="221760" cy="255960"/>
              </p14:xfrm>
            </p:contentPart>
          </mc:Choice>
          <mc:Fallback xmlns="">
            <p:pic>
              <p:nvPicPr>
                <p:cNvPr id="21" name="Pismo odręczne 20">
                  <a:extLst>
                    <a:ext uri="{FF2B5EF4-FFF2-40B4-BE49-F238E27FC236}">
                      <a16:creationId xmlns:a16="http://schemas.microsoft.com/office/drawing/2014/main" id="{A39469F2-DBB0-11A8-D821-25496A9F02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41624" y="6451704"/>
                  <a:ext cx="234000" cy="26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" name="Pismo odręczne 22">
                <a:extLst>
                  <a:ext uri="{FF2B5EF4-FFF2-40B4-BE49-F238E27FC236}">
                    <a16:creationId xmlns:a16="http://schemas.microsoft.com/office/drawing/2014/main" id="{5845E49E-7EFE-8527-7E23-61A0F59EE98D}"/>
                  </a:ext>
                </a:extLst>
              </p14:cNvPr>
              <p14:cNvContentPartPr/>
              <p14:nvPr/>
            </p14:nvContentPartPr>
            <p14:xfrm>
              <a:off x="5631264" y="5611104"/>
              <a:ext cx="232560" cy="177120"/>
            </p14:xfrm>
          </p:contentPart>
        </mc:Choice>
        <mc:Fallback xmlns="">
          <p:pic>
            <p:nvPicPr>
              <p:cNvPr id="23" name="Pismo odręczne 22">
                <a:extLst>
                  <a:ext uri="{FF2B5EF4-FFF2-40B4-BE49-F238E27FC236}">
                    <a16:creationId xmlns:a16="http://schemas.microsoft.com/office/drawing/2014/main" id="{5845E49E-7EFE-8527-7E23-61A0F59EE98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25144" y="5604984"/>
                <a:ext cx="2448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Pismo odręczne 23">
                <a:extLst>
                  <a:ext uri="{FF2B5EF4-FFF2-40B4-BE49-F238E27FC236}">
                    <a16:creationId xmlns:a16="http://schemas.microsoft.com/office/drawing/2014/main" id="{F44C8408-01C5-FCD0-DD6B-97EE9E4BA23E}"/>
                  </a:ext>
                </a:extLst>
              </p14:cNvPr>
              <p14:cNvContentPartPr/>
              <p14:nvPr/>
            </p14:nvContentPartPr>
            <p14:xfrm>
              <a:off x="5138784" y="5970744"/>
              <a:ext cx="220320" cy="212760"/>
            </p14:xfrm>
          </p:contentPart>
        </mc:Choice>
        <mc:Fallback xmlns="">
          <p:pic>
            <p:nvPicPr>
              <p:cNvPr id="24" name="Pismo odręczne 23">
                <a:extLst>
                  <a:ext uri="{FF2B5EF4-FFF2-40B4-BE49-F238E27FC236}">
                    <a16:creationId xmlns:a16="http://schemas.microsoft.com/office/drawing/2014/main" id="{F44C8408-01C5-FCD0-DD6B-97EE9E4BA23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32664" y="5964624"/>
                <a:ext cx="2325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5" name="Pismo odręczne 24">
                <a:extLst>
                  <a:ext uri="{FF2B5EF4-FFF2-40B4-BE49-F238E27FC236}">
                    <a16:creationId xmlns:a16="http://schemas.microsoft.com/office/drawing/2014/main" id="{BD6E2A0F-2668-430D-76B9-7ECDDAA4E0D2}"/>
                  </a:ext>
                </a:extLst>
              </p14:cNvPr>
              <p14:cNvContentPartPr/>
              <p14:nvPr/>
            </p14:nvContentPartPr>
            <p14:xfrm>
              <a:off x="253944" y="5320224"/>
              <a:ext cx="222840" cy="285480"/>
            </p14:xfrm>
          </p:contentPart>
        </mc:Choice>
        <mc:Fallback xmlns="">
          <p:pic>
            <p:nvPicPr>
              <p:cNvPr id="25" name="Pismo odręczne 24">
                <a:extLst>
                  <a:ext uri="{FF2B5EF4-FFF2-40B4-BE49-F238E27FC236}">
                    <a16:creationId xmlns:a16="http://schemas.microsoft.com/office/drawing/2014/main" id="{BD6E2A0F-2668-430D-76B9-7ECDDAA4E0D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7824" y="5314104"/>
                <a:ext cx="23508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6" name="Pismo odręczne 25">
                <a:extLst>
                  <a:ext uri="{FF2B5EF4-FFF2-40B4-BE49-F238E27FC236}">
                    <a16:creationId xmlns:a16="http://schemas.microsoft.com/office/drawing/2014/main" id="{E401A0D0-F73D-79F2-7E87-91C8BAD11761}"/>
                  </a:ext>
                </a:extLst>
              </p14:cNvPr>
              <p14:cNvContentPartPr/>
              <p14:nvPr/>
            </p14:nvContentPartPr>
            <p14:xfrm>
              <a:off x="679464" y="5905224"/>
              <a:ext cx="190440" cy="176760"/>
            </p14:xfrm>
          </p:contentPart>
        </mc:Choice>
        <mc:Fallback xmlns="">
          <p:pic>
            <p:nvPicPr>
              <p:cNvPr id="26" name="Pismo odręczne 25">
                <a:extLst>
                  <a:ext uri="{FF2B5EF4-FFF2-40B4-BE49-F238E27FC236}">
                    <a16:creationId xmlns:a16="http://schemas.microsoft.com/office/drawing/2014/main" id="{E401A0D0-F73D-79F2-7E87-91C8BAD1176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3344" y="5899104"/>
                <a:ext cx="2026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7" name="Pismo odręczne 26">
                <a:extLst>
                  <a:ext uri="{FF2B5EF4-FFF2-40B4-BE49-F238E27FC236}">
                    <a16:creationId xmlns:a16="http://schemas.microsoft.com/office/drawing/2014/main" id="{6074E0B6-A972-60FD-21E6-A98E19723EE3}"/>
                  </a:ext>
                </a:extLst>
              </p14:cNvPr>
              <p14:cNvContentPartPr/>
              <p14:nvPr/>
            </p14:nvContentPartPr>
            <p14:xfrm>
              <a:off x="445104" y="1349064"/>
              <a:ext cx="223920" cy="253440"/>
            </p14:xfrm>
          </p:contentPart>
        </mc:Choice>
        <mc:Fallback xmlns="">
          <p:pic>
            <p:nvPicPr>
              <p:cNvPr id="27" name="Pismo odręczne 26">
                <a:extLst>
                  <a:ext uri="{FF2B5EF4-FFF2-40B4-BE49-F238E27FC236}">
                    <a16:creationId xmlns:a16="http://schemas.microsoft.com/office/drawing/2014/main" id="{6074E0B6-A972-60FD-21E6-A98E19723EE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38984" y="1342944"/>
                <a:ext cx="23616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8" name="Pismo odręczne 27">
                <a:extLst>
                  <a:ext uri="{FF2B5EF4-FFF2-40B4-BE49-F238E27FC236}">
                    <a16:creationId xmlns:a16="http://schemas.microsoft.com/office/drawing/2014/main" id="{CDE89507-A4EC-1BB1-4D83-2823BAE381AE}"/>
                  </a:ext>
                </a:extLst>
              </p14:cNvPr>
              <p14:cNvContentPartPr/>
              <p14:nvPr/>
            </p14:nvContentPartPr>
            <p14:xfrm>
              <a:off x="1097424" y="1846944"/>
              <a:ext cx="218160" cy="203040"/>
            </p14:xfrm>
          </p:contentPart>
        </mc:Choice>
        <mc:Fallback xmlns="">
          <p:pic>
            <p:nvPicPr>
              <p:cNvPr id="28" name="Pismo odręczne 27">
                <a:extLst>
                  <a:ext uri="{FF2B5EF4-FFF2-40B4-BE49-F238E27FC236}">
                    <a16:creationId xmlns:a16="http://schemas.microsoft.com/office/drawing/2014/main" id="{CDE89507-A4EC-1BB1-4D83-2823BAE381A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91304" y="1840824"/>
                <a:ext cx="2304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9" name="Pismo odręczne 28">
                <a:extLst>
                  <a:ext uri="{FF2B5EF4-FFF2-40B4-BE49-F238E27FC236}">
                    <a16:creationId xmlns:a16="http://schemas.microsoft.com/office/drawing/2014/main" id="{7ED13703-18AA-4477-7854-78DC6EFE5447}"/>
                  </a:ext>
                </a:extLst>
              </p14:cNvPr>
              <p14:cNvContentPartPr/>
              <p14:nvPr/>
            </p14:nvContentPartPr>
            <p14:xfrm>
              <a:off x="766584" y="3101544"/>
              <a:ext cx="169200" cy="135000"/>
            </p14:xfrm>
          </p:contentPart>
        </mc:Choice>
        <mc:Fallback xmlns="">
          <p:pic>
            <p:nvPicPr>
              <p:cNvPr id="29" name="Pismo odręczne 28">
                <a:extLst>
                  <a:ext uri="{FF2B5EF4-FFF2-40B4-BE49-F238E27FC236}">
                    <a16:creationId xmlns:a16="http://schemas.microsoft.com/office/drawing/2014/main" id="{7ED13703-18AA-4477-7854-78DC6EFE544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0464" y="3095424"/>
                <a:ext cx="1814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0" name="Pismo odręczne 29">
                <a:extLst>
                  <a:ext uri="{FF2B5EF4-FFF2-40B4-BE49-F238E27FC236}">
                    <a16:creationId xmlns:a16="http://schemas.microsoft.com/office/drawing/2014/main" id="{23BC2336-6A3D-1A85-B8C9-D33852D5AE17}"/>
                  </a:ext>
                </a:extLst>
              </p14:cNvPr>
              <p14:cNvContentPartPr/>
              <p14:nvPr/>
            </p14:nvContentPartPr>
            <p14:xfrm>
              <a:off x="1406304" y="3412944"/>
              <a:ext cx="186120" cy="181800"/>
            </p14:xfrm>
          </p:contentPart>
        </mc:Choice>
        <mc:Fallback xmlns="">
          <p:pic>
            <p:nvPicPr>
              <p:cNvPr id="30" name="Pismo odręczne 29">
                <a:extLst>
                  <a:ext uri="{FF2B5EF4-FFF2-40B4-BE49-F238E27FC236}">
                    <a16:creationId xmlns:a16="http://schemas.microsoft.com/office/drawing/2014/main" id="{23BC2336-6A3D-1A85-B8C9-D33852D5AE1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00184" y="3406824"/>
                <a:ext cx="1983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2" name="Pismo odręczne 31">
                <a:extLst>
                  <a:ext uri="{FF2B5EF4-FFF2-40B4-BE49-F238E27FC236}">
                    <a16:creationId xmlns:a16="http://schemas.microsoft.com/office/drawing/2014/main" id="{B2EEA369-02B8-FA7B-D61B-187FEC3464C2}"/>
                  </a:ext>
                </a:extLst>
              </p14:cNvPr>
              <p14:cNvContentPartPr/>
              <p14:nvPr/>
            </p14:nvContentPartPr>
            <p14:xfrm>
              <a:off x="5457024" y="1533384"/>
              <a:ext cx="185040" cy="185400"/>
            </p14:xfrm>
          </p:contentPart>
        </mc:Choice>
        <mc:Fallback xmlns="">
          <p:pic>
            <p:nvPicPr>
              <p:cNvPr id="32" name="Pismo odręczne 31">
                <a:extLst>
                  <a:ext uri="{FF2B5EF4-FFF2-40B4-BE49-F238E27FC236}">
                    <a16:creationId xmlns:a16="http://schemas.microsoft.com/office/drawing/2014/main" id="{B2EEA369-02B8-FA7B-D61B-187FEC3464C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50904" y="1527264"/>
                <a:ext cx="19728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3" name="Pismo odręczne 32">
                <a:extLst>
                  <a:ext uri="{FF2B5EF4-FFF2-40B4-BE49-F238E27FC236}">
                    <a16:creationId xmlns:a16="http://schemas.microsoft.com/office/drawing/2014/main" id="{CC913776-B498-C69C-68E9-9E3673BD3DDE}"/>
                  </a:ext>
                </a:extLst>
              </p14:cNvPr>
              <p14:cNvContentPartPr/>
              <p14:nvPr/>
            </p14:nvContentPartPr>
            <p14:xfrm>
              <a:off x="6391584" y="1361304"/>
              <a:ext cx="168120" cy="223200"/>
            </p14:xfrm>
          </p:contentPart>
        </mc:Choice>
        <mc:Fallback xmlns="">
          <p:pic>
            <p:nvPicPr>
              <p:cNvPr id="33" name="Pismo odręczne 32">
                <a:extLst>
                  <a:ext uri="{FF2B5EF4-FFF2-40B4-BE49-F238E27FC236}">
                    <a16:creationId xmlns:a16="http://schemas.microsoft.com/office/drawing/2014/main" id="{CC913776-B498-C69C-68E9-9E3673BD3DD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85464" y="1355184"/>
                <a:ext cx="18036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4" name="Pismo odręczne 33">
                <a:extLst>
                  <a:ext uri="{FF2B5EF4-FFF2-40B4-BE49-F238E27FC236}">
                    <a16:creationId xmlns:a16="http://schemas.microsoft.com/office/drawing/2014/main" id="{1DAA981F-264E-2B0B-CD1C-452AB5230575}"/>
                  </a:ext>
                </a:extLst>
              </p14:cNvPr>
              <p14:cNvContentPartPr/>
              <p14:nvPr/>
            </p14:nvContentPartPr>
            <p14:xfrm>
              <a:off x="6802704" y="1369584"/>
              <a:ext cx="191160" cy="158400"/>
            </p14:xfrm>
          </p:contentPart>
        </mc:Choice>
        <mc:Fallback xmlns="">
          <p:pic>
            <p:nvPicPr>
              <p:cNvPr id="34" name="Pismo odręczne 33">
                <a:extLst>
                  <a:ext uri="{FF2B5EF4-FFF2-40B4-BE49-F238E27FC236}">
                    <a16:creationId xmlns:a16="http://schemas.microsoft.com/office/drawing/2014/main" id="{1DAA981F-264E-2B0B-CD1C-452AB523057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96584" y="1363464"/>
                <a:ext cx="2034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5" name="Pismo odręczne 34">
                <a:extLst>
                  <a:ext uri="{FF2B5EF4-FFF2-40B4-BE49-F238E27FC236}">
                    <a16:creationId xmlns:a16="http://schemas.microsoft.com/office/drawing/2014/main" id="{14CB49A1-CE90-7A5A-C493-A607768D7A85}"/>
                  </a:ext>
                </a:extLst>
              </p14:cNvPr>
              <p14:cNvContentPartPr/>
              <p14:nvPr/>
            </p14:nvContentPartPr>
            <p14:xfrm>
              <a:off x="8162424" y="1909224"/>
              <a:ext cx="177120" cy="175680"/>
            </p14:xfrm>
          </p:contentPart>
        </mc:Choice>
        <mc:Fallback xmlns="">
          <p:pic>
            <p:nvPicPr>
              <p:cNvPr id="35" name="Pismo odręczne 34">
                <a:extLst>
                  <a:ext uri="{FF2B5EF4-FFF2-40B4-BE49-F238E27FC236}">
                    <a16:creationId xmlns:a16="http://schemas.microsoft.com/office/drawing/2014/main" id="{14CB49A1-CE90-7A5A-C493-A607768D7A8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156304" y="1903104"/>
                <a:ext cx="18936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6" name="Pismo odręczne 35">
                <a:extLst>
                  <a:ext uri="{FF2B5EF4-FFF2-40B4-BE49-F238E27FC236}">
                    <a16:creationId xmlns:a16="http://schemas.microsoft.com/office/drawing/2014/main" id="{37357DED-2B57-1062-59EB-44A0F4ED1A19}"/>
                  </a:ext>
                </a:extLst>
              </p14:cNvPr>
              <p14:cNvContentPartPr/>
              <p14:nvPr/>
            </p14:nvContentPartPr>
            <p14:xfrm>
              <a:off x="8657424" y="2229264"/>
              <a:ext cx="285840" cy="304200"/>
            </p14:xfrm>
          </p:contentPart>
        </mc:Choice>
        <mc:Fallback xmlns="">
          <p:pic>
            <p:nvPicPr>
              <p:cNvPr id="36" name="Pismo odręczne 35">
                <a:extLst>
                  <a:ext uri="{FF2B5EF4-FFF2-40B4-BE49-F238E27FC236}">
                    <a16:creationId xmlns:a16="http://schemas.microsoft.com/office/drawing/2014/main" id="{37357DED-2B57-1062-59EB-44A0F4ED1A1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651304" y="2223144"/>
                <a:ext cx="29808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7" name="Pismo odręczne 36">
                <a:extLst>
                  <a:ext uri="{FF2B5EF4-FFF2-40B4-BE49-F238E27FC236}">
                    <a16:creationId xmlns:a16="http://schemas.microsoft.com/office/drawing/2014/main" id="{44B51300-12DC-AA44-2FF2-F5599D08B475}"/>
                  </a:ext>
                </a:extLst>
              </p14:cNvPr>
              <p14:cNvContentPartPr/>
              <p14:nvPr/>
            </p14:nvContentPartPr>
            <p14:xfrm>
              <a:off x="8346384" y="5612904"/>
              <a:ext cx="270360" cy="231840"/>
            </p14:xfrm>
          </p:contentPart>
        </mc:Choice>
        <mc:Fallback xmlns="">
          <p:pic>
            <p:nvPicPr>
              <p:cNvPr id="37" name="Pismo odręczne 36">
                <a:extLst>
                  <a:ext uri="{FF2B5EF4-FFF2-40B4-BE49-F238E27FC236}">
                    <a16:creationId xmlns:a16="http://schemas.microsoft.com/office/drawing/2014/main" id="{44B51300-12DC-AA44-2FF2-F5599D08B47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40264" y="5606784"/>
                <a:ext cx="2826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8" name="Pismo odręczne 37">
                <a:extLst>
                  <a:ext uri="{FF2B5EF4-FFF2-40B4-BE49-F238E27FC236}">
                    <a16:creationId xmlns:a16="http://schemas.microsoft.com/office/drawing/2014/main" id="{6F886DC5-AA9C-E4BE-A0F4-12F0A6F895C3}"/>
                  </a:ext>
                </a:extLst>
              </p14:cNvPr>
              <p14:cNvContentPartPr/>
              <p14:nvPr/>
            </p14:nvContentPartPr>
            <p14:xfrm>
              <a:off x="8730864" y="6501024"/>
              <a:ext cx="219600" cy="193680"/>
            </p14:xfrm>
          </p:contentPart>
        </mc:Choice>
        <mc:Fallback xmlns="">
          <p:pic>
            <p:nvPicPr>
              <p:cNvPr id="38" name="Pismo odręczne 37">
                <a:extLst>
                  <a:ext uri="{FF2B5EF4-FFF2-40B4-BE49-F238E27FC236}">
                    <a16:creationId xmlns:a16="http://schemas.microsoft.com/office/drawing/2014/main" id="{6F886DC5-AA9C-E4BE-A0F4-12F0A6F895C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724744" y="6494904"/>
                <a:ext cx="23184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9" name="Pismo odręczne 38">
                <a:extLst>
                  <a:ext uri="{FF2B5EF4-FFF2-40B4-BE49-F238E27FC236}">
                    <a16:creationId xmlns:a16="http://schemas.microsoft.com/office/drawing/2014/main" id="{34E825E7-61C9-5B49-B8A4-E0E3EFAE5F32}"/>
                  </a:ext>
                </a:extLst>
              </p14:cNvPr>
              <p14:cNvContentPartPr/>
              <p14:nvPr/>
            </p14:nvContentPartPr>
            <p14:xfrm>
              <a:off x="6858144" y="6444144"/>
              <a:ext cx="258480" cy="241560"/>
            </p14:xfrm>
          </p:contentPart>
        </mc:Choice>
        <mc:Fallback xmlns="">
          <p:pic>
            <p:nvPicPr>
              <p:cNvPr id="39" name="Pismo odręczne 38">
                <a:extLst>
                  <a:ext uri="{FF2B5EF4-FFF2-40B4-BE49-F238E27FC236}">
                    <a16:creationId xmlns:a16="http://schemas.microsoft.com/office/drawing/2014/main" id="{34E825E7-61C9-5B49-B8A4-E0E3EFAE5F3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852024" y="6438024"/>
                <a:ext cx="2707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0" name="Pismo odręczne 39">
                <a:extLst>
                  <a:ext uri="{FF2B5EF4-FFF2-40B4-BE49-F238E27FC236}">
                    <a16:creationId xmlns:a16="http://schemas.microsoft.com/office/drawing/2014/main" id="{C9E150E1-441E-AAF3-4F12-55367131F349}"/>
                  </a:ext>
                </a:extLst>
              </p14:cNvPr>
              <p14:cNvContentPartPr/>
              <p14:nvPr/>
            </p14:nvContentPartPr>
            <p14:xfrm>
              <a:off x="6465024" y="5919984"/>
              <a:ext cx="228600" cy="187200"/>
            </p14:xfrm>
          </p:contentPart>
        </mc:Choice>
        <mc:Fallback xmlns="">
          <p:pic>
            <p:nvPicPr>
              <p:cNvPr id="40" name="Pismo odręczne 39">
                <a:extLst>
                  <a:ext uri="{FF2B5EF4-FFF2-40B4-BE49-F238E27FC236}">
                    <a16:creationId xmlns:a16="http://schemas.microsoft.com/office/drawing/2014/main" id="{C9E150E1-441E-AAF3-4F12-55367131F34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58904" y="5913864"/>
                <a:ext cx="2408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1" name="Pismo odręczne 40">
                <a:extLst>
                  <a:ext uri="{FF2B5EF4-FFF2-40B4-BE49-F238E27FC236}">
                    <a16:creationId xmlns:a16="http://schemas.microsoft.com/office/drawing/2014/main" id="{53702B7A-5D87-D184-DDB3-E20C10FD7FA6}"/>
                  </a:ext>
                </a:extLst>
              </p14:cNvPr>
              <p14:cNvContentPartPr/>
              <p14:nvPr/>
            </p14:nvContentPartPr>
            <p14:xfrm>
              <a:off x="9466344" y="6401664"/>
              <a:ext cx="271800" cy="156960"/>
            </p14:xfrm>
          </p:contentPart>
        </mc:Choice>
        <mc:Fallback xmlns="">
          <p:pic>
            <p:nvPicPr>
              <p:cNvPr id="41" name="Pismo odręczne 40">
                <a:extLst>
                  <a:ext uri="{FF2B5EF4-FFF2-40B4-BE49-F238E27FC236}">
                    <a16:creationId xmlns:a16="http://schemas.microsoft.com/office/drawing/2014/main" id="{53702B7A-5D87-D184-DDB3-E20C10FD7FA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460224" y="6395544"/>
                <a:ext cx="2840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2" name="Pismo odręczne 41">
                <a:extLst>
                  <a:ext uri="{FF2B5EF4-FFF2-40B4-BE49-F238E27FC236}">
                    <a16:creationId xmlns:a16="http://schemas.microsoft.com/office/drawing/2014/main" id="{8E38AAAB-B5FD-62D6-B856-67F0C5765082}"/>
                  </a:ext>
                </a:extLst>
              </p14:cNvPr>
              <p14:cNvContentPartPr/>
              <p14:nvPr/>
            </p14:nvContentPartPr>
            <p14:xfrm>
              <a:off x="10021104" y="6454584"/>
              <a:ext cx="196200" cy="148320"/>
            </p14:xfrm>
          </p:contentPart>
        </mc:Choice>
        <mc:Fallback xmlns="">
          <p:pic>
            <p:nvPicPr>
              <p:cNvPr id="42" name="Pismo odręczne 41">
                <a:extLst>
                  <a:ext uri="{FF2B5EF4-FFF2-40B4-BE49-F238E27FC236}">
                    <a16:creationId xmlns:a16="http://schemas.microsoft.com/office/drawing/2014/main" id="{8E38AAAB-B5FD-62D6-B856-67F0C576508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014984" y="6448464"/>
                <a:ext cx="208440" cy="16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upa 44">
            <a:extLst>
              <a:ext uri="{FF2B5EF4-FFF2-40B4-BE49-F238E27FC236}">
                <a16:creationId xmlns:a16="http://schemas.microsoft.com/office/drawing/2014/main" id="{5528E82E-827E-D740-D7F4-53D087C14B6B}"/>
              </a:ext>
            </a:extLst>
          </p:cNvPr>
          <p:cNvGrpSpPr/>
          <p:nvPr/>
        </p:nvGrpSpPr>
        <p:grpSpPr>
          <a:xfrm>
            <a:off x="11387304" y="6117264"/>
            <a:ext cx="739080" cy="385920"/>
            <a:chOff x="11387304" y="6117264"/>
            <a:chExt cx="739080" cy="3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Pismo odręczne 42">
                  <a:extLst>
                    <a:ext uri="{FF2B5EF4-FFF2-40B4-BE49-F238E27FC236}">
                      <a16:creationId xmlns:a16="http://schemas.microsoft.com/office/drawing/2014/main" id="{0A0D8AC3-E1CE-AE9A-4584-237111D21780}"/>
                    </a:ext>
                  </a:extLst>
                </p14:cNvPr>
                <p14:cNvContentPartPr/>
                <p14:nvPr/>
              </p14:nvContentPartPr>
              <p14:xfrm>
                <a:off x="11387304" y="6117264"/>
                <a:ext cx="227880" cy="140040"/>
              </p14:xfrm>
            </p:contentPart>
          </mc:Choice>
          <mc:Fallback xmlns="">
            <p:pic>
              <p:nvPicPr>
                <p:cNvPr id="43" name="Pismo odręczne 42">
                  <a:extLst>
                    <a:ext uri="{FF2B5EF4-FFF2-40B4-BE49-F238E27FC236}">
                      <a16:creationId xmlns:a16="http://schemas.microsoft.com/office/drawing/2014/main" id="{0A0D8AC3-E1CE-AE9A-4584-237111D2178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381184" y="6111144"/>
                  <a:ext cx="2401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06B2393D-A996-5B71-B59E-DC0A7190A6E6}"/>
                    </a:ext>
                  </a:extLst>
                </p14:cNvPr>
                <p14:cNvContentPartPr/>
                <p14:nvPr/>
              </p14:nvContentPartPr>
              <p14:xfrm>
                <a:off x="11791584" y="6298704"/>
                <a:ext cx="334800" cy="204480"/>
              </p14:xfrm>
            </p:contentPart>
          </mc:Choice>
          <mc:Fallback xmlns="">
            <p:pic>
              <p:nvPicPr>
                <p:cNvPr id="44" name="Pismo odręczne 43">
                  <a:extLst>
                    <a:ext uri="{FF2B5EF4-FFF2-40B4-BE49-F238E27FC236}">
                      <a16:creationId xmlns:a16="http://schemas.microsoft.com/office/drawing/2014/main" id="{06B2393D-A996-5B71-B59E-DC0A7190A6E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785464" y="6292584"/>
                  <a:ext cx="34704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6" name="Pismo odręczne 45">
                <a:extLst>
                  <a:ext uri="{FF2B5EF4-FFF2-40B4-BE49-F238E27FC236}">
                    <a16:creationId xmlns:a16="http://schemas.microsoft.com/office/drawing/2014/main" id="{38497256-654C-1BF3-0D19-AE46D27FD744}"/>
                  </a:ext>
                </a:extLst>
              </p14:cNvPr>
              <p14:cNvContentPartPr/>
              <p14:nvPr/>
            </p14:nvContentPartPr>
            <p14:xfrm>
              <a:off x="11747664" y="2980584"/>
              <a:ext cx="121320" cy="185040"/>
            </p14:xfrm>
          </p:contentPart>
        </mc:Choice>
        <mc:Fallback xmlns="">
          <p:pic>
            <p:nvPicPr>
              <p:cNvPr id="46" name="Pismo odręczne 45">
                <a:extLst>
                  <a:ext uri="{FF2B5EF4-FFF2-40B4-BE49-F238E27FC236}">
                    <a16:creationId xmlns:a16="http://schemas.microsoft.com/office/drawing/2014/main" id="{38497256-654C-1BF3-0D19-AE46D27FD74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741544" y="2974464"/>
                <a:ext cx="1335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7" name="Pismo odręczne 46">
                <a:extLst>
                  <a:ext uri="{FF2B5EF4-FFF2-40B4-BE49-F238E27FC236}">
                    <a16:creationId xmlns:a16="http://schemas.microsoft.com/office/drawing/2014/main" id="{F7929A9C-EFA0-E279-8FFD-DB6C04B3F2D8}"/>
                  </a:ext>
                </a:extLst>
              </p14:cNvPr>
              <p14:cNvContentPartPr/>
              <p14:nvPr/>
            </p14:nvContentPartPr>
            <p14:xfrm>
              <a:off x="9355824" y="3666384"/>
              <a:ext cx="269640" cy="155880"/>
            </p14:xfrm>
          </p:contentPart>
        </mc:Choice>
        <mc:Fallback xmlns="">
          <p:pic>
            <p:nvPicPr>
              <p:cNvPr id="47" name="Pismo odręczne 46">
                <a:extLst>
                  <a:ext uri="{FF2B5EF4-FFF2-40B4-BE49-F238E27FC236}">
                    <a16:creationId xmlns:a16="http://schemas.microsoft.com/office/drawing/2014/main" id="{F7929A9C-EFA0-E279-8FFD-DB6C04B3F2D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349704" y="3660264"/>
                <a:ext cx="2818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8" name="Pismo odręczne 47">
                <a:extLst>
                  <a:ext uri="{FF2B5EF4-FFF2-40B4-BE49-F238E27FC236}">
                    <a16:creationId xmlns:a16="http://schemas.microsoft.com/office/drawing/2014/main" id="{C09B87E1-0904-631C-6E73-15D376CDB1A3}"/>
                  </a:ext>
                </a:extLst>
              </p14:cNvPr>
              <p14:cNvContentPartPr/>
              <p14:nvPr/>
            </p14:nvContentPartPr>
            <p14:xfrm>
              <a:off x="9856944" y="3336984"/>
              <a:ext cx="135000" cy="202680"/>
            </p14:xfrm>
          </p:contentPart>
        </mc:Choice>
        <mc:Fallback xmlns="">
          <p:pic>
            <p:nvPicPr>
              <p:cNvPr id="48" name="Pismo odręczne 47">
                <a:extLst>
                  <a:ext uri="{FF2B5EF4-FFF2-40B4-BE49-F238E27FC236}">
                    <a16:creationId xmlns:a16="http://schemas.microsoft.com/office/drawing/2014/main" id="{C09B87E1-0904-631C-6E73-15D376CDB1A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850824" y="3330864"/>
                <a:ext cx="147240" cy="21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upa 50">
            <a:extLst>
              <a:ext uri="{FF2B5EF4-FFF2-40B4-BE49-F238E27FC236}">
                <a16:creationId xmlns:a16="http://schemas.microsoft.com/office/drawing/2014/main" id="{FCEFCB57-EDDB-7306-8C21-902BEB7925B4}"/>
              </a:ext>
            </a:extLst>
          </p:cNvPr>
          <p:cNvGrpSpPr/>
          <p:nvPr/>
        </p:nvGrpSpPr>
        <p:grpSpPr>
          <a:xfrm>
            <a:off x="10952424" y="3016944"/>
            <a:ext cx="460800" cy="330480"/>
            <a:chOff x="10952424" y="3016944"/>
            <a:chExt cx="46080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Pismo odręczne 48">
                  <a:extLst>
                    <a:ext uri="{FF2B5EF4-FFF2-40B4-BE49-F238E27FC236}">
                      <a16:creationId xmlns:a16="http://schemas.microsoft.com/office/drawing/2014/main" id="{DDD25FD0-3039-A5F6-5A68-CB1B4705FE8B}"/>
                    </a:ext>
                  </a:extLst>
                </p14:cNvPr>
                <p14:cNvContentPartPr/>
                <p14:nvPr/>
              </p14:nvContentPartPr>
              <p14:xfrm>
                <a:off x="11227464" y="3190464"/>
                <a:ext cx="185760" cy="156960"/>
              </p14:xfrm>
            </p:contentPart>
          </mc:Choice>
          <mc:Fallback xmlns="">
            <p:pic>
              <p:nvPicPr>
                <p:cNvPr id="49" name="Pismo odręczne 48">
                  <a:extLst>
                    <a:ext uri="{FF2B5EF4-FFF2-40B4-BE49-F238E27FC236}">
                      <a16:creationId xmlns:a16="http://schemas.microsoft.com/office/drawing/2014/main" id="{DDD25FD0-3039-A5F6-5A68-CB1B4705FE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21344" y="3184344"/>
                  <a:ext cx="198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Pismo odręczne 49">
                  <a:extLst>
                    <a:ext uri="{FF2B5EF4-FFF2-40B4-BE49-F238E27FC236}">
                      <a16:creationId xmlns:a16="http://schemas.microsoft.com/office/drawing/2014/main" id="{1973F26D-1680-069F-C0B9-38FAF157496E}"/>
                    </a:ext>
                  </a:extLst>
                </p14:cNvPr>
                <p14:cNvContentPartPr/>
                <p14:nvPr/>
              </p14:nvContentPartPr>
              <p14:xfrm>
                <a:off x="10952424" y="3016944"/>
                <a:ext cx="167040" cy="217440"/>
              </p14:xfrm>
            </p:contentPart>
          </mc:Choice>
          <mc:Fallback xmlns="">
            <p:pic>
              <p:nvPicPr>
                <p:cNvPr id="50" name="Pismo odręczne 49">
                  <a:extLst>
                    <a:ext uri="{FF2B5EF4-FFF2-40B4-BE49-F238E27FC236}">
                      <a16:creationId xmlns:a16="http://schemas.microsoft.com/office/drawing/2014/main" id="{1973F26D-1680-069F-C0B9-38FAF157496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946304" y="3010824"/>
                  <a:ext cx="179280" cy="229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0295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FC7DFE-4728-5DD0-B743-6CD373CB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0" y="0"/>
            <a:ext cx="9486900" cy="753082"/>
          </a:xfrm>
        </p:spPr>
        <p:txBody>
          <a:bodyPr>
            <a:normAutofit/>
          </a:bodyPr>
          <a:lstStyle/>
          <a:p>
            <a:r>
              <a:rPr lang="pl-PL" dirty="0"/>
              <a:t>Wykresy korelacyjne: punkty odbiegające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8C2BDBB4-4412-A2BE-D974-EC7428C66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638782"/>
            <a:ext cx="3367158" cy="3110691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74849207-9E0D-49B9-0952-EC7ED60D6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708" y="638782"/>
            <a:ext cx="3367159" cy="31106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010FDE90-98E4-19D8-6FDF-A0290FFE9B15}"/>
                  </a:ext>
                </a:extLst>
              </p14:cNvPr>
              <p14:cNvContentPartPr/>
              <p14:nvPr/>
            </p14:nvContentPartPr>
            <p14:xfrm>
              <a:off x="3684024" y="1228824"/>
              <a:ext cx="218880" cy="273600"/>
            </p14:xfrm>
          </p:contentPart>
        </mc:Choice>
        <mc:Fallback xmlns=""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010FDE90-98E4-19D8-6FDF-A0290FFE9B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77904" y="1222704"/>
                <a:ext cx="2311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FF204C07-30F8-9C16-4E8A-B610B2CCFB75}"/>
                  </a:ext>
                </a:extLst>
              </p14:cNvPr>
              <p14:cNvContentPartPr/>
              <p14:nvPr/>
            </p14:nvContentPartPr>
            <p14:xfrm>
              <a:off x="7039440" y="1725984"/>
              <a:ext cx="212040" cy="249840"/>
            </p14:xfrm>
          </p:contentPart>
        </mc:Choice>
        <mc:Fallback xmlns=""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FF204C07-30F8-9C16-4E8A-B610B2CCFB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33320" y="1719864"/>
                <a:ext cx="224280" cy="26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258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FC7DFE-4728-5DD0-B743-6CD373CB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887" y="0"/>
            <a:ext cx="7896225" cy="753082"/>
          </a:xfrm>
        </p:spPr>
        <p:txBody>
          <a:bodyPr>
            <a:normAutofit/>
          </a:bodyPr>
          <a:lstStyle/>
          <a:p>
            <a:r>
              <a:rPr lang="pl-PL" dirty="0"/>
              <a:t>Wykresy korelacyjne: Grupowania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E9D5A30-7755-6C03-059D-120B08EF4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63" y="629257"/>
            <a:ext cx="3263553" cy="3139266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AB1CF50C-F7EC-E86C-F21B-E5D5B295B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316" y="629258"/>
            <a:ext cx="3263553" cy="313926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DA224636-9504-CE56-B459-3BD448DED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69" y="629257"/>
            <a:ext cx="3263553" cy="3139266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155AC2D3-7FB9-DBAA-4B2C-8948C0563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7105" y="3768523"/>
            <a:ext cx="3264870" cy="3016194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8263DA7F-9117-C652-A74A-E62A0BEE5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316" y="3768523"/>
            <a:ext cx="3263553" cy="3139266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84F13AFE-A427-A7ED-846F-348C27F797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869" y="3768524"/>
            <a:ext cx="3263552" cy="31392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133ED35E-A0DF-9017-6B43-010A14E39EDF}"/>
                  </a:ext>
                </a:extLst>
              </p14:cNvPr>
              <p14:cNvContentPartPr/>
              <p14:nvPr/>
            </p14:nvContentPartPr>
            <p14:xfrm>
              <a:off x="1456230" y="837645"/>
              <a:ext cx="1782720" cy="1458720"/>
            </p14:xfrm>
          </p:contentPart>
        </mc:Choice>
        <mc:Fallback xmlns=""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133ED35E-A0DF-9017-6B43-010A14E39ED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50110" y="831525"/>
                <a:ext cx="1794960" cy="147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upa 14">
            <a:extLst>
              <a:ext uri="{FF2B5EF4-FFF2-40B4-BE49-F238E27FC236}">
                <a16:creationId xmlns:a16="http://schemas.microsoft.com/office/drawing/2014/main" id="{BCF419E5-E0E9-1AD1-1FCE-A16364024ACB}"/>
              </a:ext>
            </a:extLst>
          </p:cNvPr>
          <p:cNvGrpSpPr/>
          <p:nvPr/>
        </p:nvGrpSpPr>
        <p:grpSpPr>
          <a:xfrm>
            <a:off x="2237430" y="1035645"/>
            <a:ext cx="4583520" cy="2555640"/>
            <a:chOff x="2237430" y="1035645"/>
            <a:chExt cx="4583520" cy="255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Pismo odręczne 8">
                  <a:extLst>
                    <a:ext uri="{FF2B5EF4-FFF2-40B4-BE49-F238E27FC236}">
                      <a16:creationId xmlns:a16="http://schemas.microsoft.com/office/drawing/2014/main" id="{46D61939-3E46-CFA0-09F7-91A8F203BB5C}"/>
                    </a:ext>
                  </a:extLst>
                </p14:cNvPr>
                <p14:cNvContentPartPr/>
                <p14:nvPr/>
              </p14:nvContentPartPr>
              <p14:xfrm>
                <a:off x="2237430" y="2332725"/>
                <a:ext cx="1365480" cy="1258560"/>
              </p14:xfrm>
            </p:contentPart>
          </mc:Choice>
          <mc:Fallback xmlns="">
            <p:pic>
              <p:nvPicPr>
                <p:cNvPr id="9" name="Pismo odręczne 8">
                  <a:extLst>
                    <a:ext uri="{FF2B5EF4-FFF2-40B4-BE49-F238E27FC236}">
                      <a16:creationId xmlns:a16="http://schemas.microsoft.com/office/drawing/2014/main" id="{46D61939-3E46-CFA0-09F7-91A8F203BB5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31310" y="2326605"/>
                  <a:ext cx="1377720" cy="12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Pismo odręczne 10">
                  <a:extLst>
                    <a:ext uri="{FF2B5EF4-FFF2-40B4-BE49-F238E27FC236}">
                      <a16:creationId xmlns:a16="http://schemas.microsoft.com/office/drawing/2014/main" id="{70E33495-3196-12FC-98CC-02F05C545DBE}"/>
                    </a:ext>
                  </a:extLst>
                </p14:cNvPr>
                <p14:cNvContentPartPr/>
                <p14:nvPr/>
              </p14:nvContentPartPr>
              <p14:xfrm>
                <a:off x="4923030" y="1035645"/>
                <a:ext cx="1897920" cy="1470240"/>
              </p14:xfrm>
            </p:contentPart>
          </mc:Choice>
          <mc:Fallback xmlns="">
            <p:pic>
              <p:nvPicPr>
                <p:cNvPr id="11" name="Pismo odręczne 10">
                  <a:extLst>
                    <a:ext uri="{FF2B5EF4-FFF2-40B4-BE49-F238E27FC236}">
                      <a16:creationId xmlns:a16="http://schemas.microsoft.com/office/drawing/2014/main" id="{70E33495-3196-12FC-98CC-02F05C545D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16910" y="1029525"/>
                  <a:ext cx="1910160" cy="14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Pismo odręczne 12">
                  <a:extLst>
                    <a:ext uri="{FF2B5EF4-FFF2-40B4-BE49-F238E27FC236}">
                      <a16:creationId xmlns:a16="http://schemas.microsoft.com/office/drawing/2014/main" id="{14E27057-304E-47C5-B96D-7A6D43177DFA}"/>
                    </a:ext>
                  </a:extLst>
                </p14:cNvPr>
                <p14:cNvContentPartPr/>
                <p14:nvPr/>
              </p14:nvContentPartPr>
              <p14:xfrm>
                <a:off x="5028150" y="2408325"/>
                <a:ext cx="1402560" cy="1134720"/>
              </p14:xfrm>
            </p:contentPart>
          </mc:Choice>
          <mc:Fallback xmlns="">
            <p:pic>
              <p:nvPicPr>
                <p:cNvPr id="13" name="Pismo odręczne 12">
                  <a:extLst>
                    <a:ext uri="{FF2B5EF4-FFF2-40B4-BE49-F238E27FC236}">
                      <a16:creationId xmlns:a16="http://schemas.microsoft.com/office/drawing/2014/main" id="{14E27057-304E-47C5-B96D-7A6D43177D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22030" y="2402205"/>
                  <a:ext cx="1414800" cy="114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Pismo odręczne 15">
                <a:extLst>
                  <a:ext uri="{FF2B5EF4-FFF2-40B4-BE49-F238E27FC236}">
                    <a16:creationId xmlns:a16="http://schemas.microsoft.com/office/drawing/2014/main" id="{1C566E7A-EF97-9AB2-0A64-1DA17D560679}"/>
                  </a:ext>
                </a:extLst>
              </p14:cNvPr>
              <p14:cNvContentPartPr/>
              <p14:nvPr/>
            </p14:nvContentPartPr>
            <p14:xfrm>
              <a:off x="8705190" y="1388445"/>
              <a:ext cx="1257840" cy="1144080"/>
            </p14:xfrm>
          </p:contentPart>
        </mc:Choice>
        <mc:Fallback xmlns="">
          <p:pic>
            <p:nvPicPr>
              <p:cNvPr id="16" name="Pismo odręczne 15">
                <a:extLst>
                  <a:ext uri="{FF2B5EF4-FFF2-40B4-BE49-F238E27FC236}">
                    <a16:creationId xmlns:a16="http://schemas.microsoft.com/office/drawing/2014/main" id="{1C566E7A-EF97-9AB2-0A64-1DA17D56067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9070" y="1382325"/>
                <a:ext cx="1270080" cy="11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Pismo odręczne 16">
                <a:extLst>
                  <a:ext uri="{FF2B5EF4-FFF2-40B4-BE49-F238E27FC236}">
                    <a16:creationId xmlns:a16="http://schemas.microsoft.com/office/drawing/2014/main" id="{2E3DA049-F6C8-F983-EBF1-F5279E22E420}"/>
                  </a:ext>
                </a:extLst>
              </p14:cNvPr>
              <p14:cNvContentPartPr/>
              <p14:nvPr/>
            </p14:nvContentPartPr>
            <p14:xfrm>
              <a:off x="6352230" y="4818525"/>
              <a:ext cx="1049400" cy="743040"/>
            </p14:xfrm>
          </p:contentPart>
        </mc:Choice>
        <mc:Fallback xmlns="">
          <p:pic>
            <p:nvPicPr>
              <p:cNvPr id="17" name="Pismo odręczne 16">
                <a:extLst>
                  <a:ext uri="{FF2B5EF4-FFF2-40B4-BE49-F238E27FC236}">
                    <a16:creationId xmlns:a16="http://schemas.microsoft.com/office/drawing/2014/main" id="{2E3DA049-F6C8-F983-EBF1-F5279E22E42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346110" y="4812405"/>
                <a:ext cx="1061640" cy="75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upa 19">
            <a:extLst>
              <a:ext uri="{FF2B5EF4-FFF2-40B4-BE49-F238E27FC236}">
                <a16:creationId xmlns:a16="http://schemas.microsoft.com/office/drawing/2014/main" id="{7253CC84-DA9A-42A6-9175-3B3028969E46}"/>
              </a:ext>
            </a:extLst>
          </p:cNvPr>
          <p:cNvGrpSpPr/>
          <p:nvPr/>
        </p:nvGrpSpPr>
        <p:grpSpPr>
          <a:xfrm>
            <a:off x="1789950" y="4217685"/>
            <a:ext cx="2888640" cy="2602080"/>
            <a:chOff x="1789950" y="4217685"/>
            <a:chExt cx="2888640" cy="26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Pismo odręczne 17">
                  <a:extLst>
                    <a:ext uri="{FF2B5EF4-FFF2-40B4-BE49-F238E27FC236}">
                      <a16:creationId xmlns:a16="http://schemas.microsoft.com/office/drawing/2014/main" id="{E5CAC760-BAA6-6723-55BE-7C9DE8B1AF08}"/>
                    </a:ext>
                  </a:extLst>
                </p14:cNvPr>
                <p14:cNvContentPartPr/>
                <p14:nvPr/>
              </p14:nvContentPartPr>
              <p14:xfrm>
                <a:off x="1789950" y="4217685"/>
                <a:ext cx="1897920" cy="2212560"/>
              </p14:xfrm>
            </p:contentPart>
          </mc:Choice>
          <mc:Fallback xmlns="">
            <p:pic>
              <p:nvPicPr>
                <p:cNvPr id="18" name="Pismo odręczne 17">
                  <a:extLst>
                    <a:ext uri="{FF2B5EF4-FFF2-40B4-BE49-F238E27FC236}">
                      <a16:creationId xmlns:a16="http://schemas.microsoft.com/office/drawing/2014/main" id="{E5CAC760-BAA6-6723-55BE-7C9DE8B1AF0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83830" y="4211565"/>
                  <a:ext cx="1910160" cy="22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Pismo odręczne 18">
                  <a:extLst>
                    <a:ext uri="{FF2B5EF4-FFF2-40B4-BE49-F238E27FC236}">
                      <a16:creationId xmlns:a16="http://schemas.microsoft.com/office/drawing/2014/main" id="{C0A124F3-C5F4-A984-7611-916E8410E266}"/>
                    </a:ext>
                  </a:extLst>
                </p14:cNvPr>
                <p14:cNvContentPartPr/>
                <p14:nvPr/>
              </p14:nvContentPartPr>
              <p14:xfrm>
                <a:off x="3285750" y="5389485"/>
                <a:ext cx="1392840" cy="1430280"/>
              </p14:xfrm>
            </p:contentPart>
          </mc:Choice>
          <mc:Fallback xmlns="">
            <p:pic>
              <p:nvPicPr>
                <p:cNvPr id="19" name="Pismo odręczne 18">
                  <a:extLst>
                    <a:ext uri="{FF2B5EF4-FFF2-40B4-BE49-F238E27FC236}">
                      <a16:creationId xmlns:a16="http://schemas.microsoft.com/office/drawing/2014/main" id="{C0A124F3-C5F4-A984-7611-916E8410E2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79630" y="5383365"/>
                  <a:ext cx="1405080" cy="144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83135EEE-4CC6-FC29-3764-B39B8CE6A695}"/>
                  </a:ext>
                </a:extLst>
              </p14:cNvPr>
              <p14:cNvContentPartPr/>
              <p14:nvPr/>
            </p14:nvContentPartPr>
            <p14:xfrm>
              <a:off x="9676110" y="4292205"/>
              <a:ext cx="1260360" cy="180432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83135EEE-4CC6-FC29-3764-B39B8CE6A69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669990" y="4286085"/>
                <a:ext cx="1272600" cy="18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Pismo odręczne 21">
                <a:extLst>
                  <a:ext uri="{FF2B5EF4-FFF2-40B4-BE49-F238E27FC236}">
                    <a16:creationId xmlns:a16="http://schemas.microsoft.com/office/drawing/2014/main" id="{9C521231-A27E-F9DE-9A35-A366F6D6CA79}"/>
                  </a:ext>
                </a:extLst>
              </p14:cNvPr>
              <p14:cNvContentPartPr/>
              <p14:nvPr/>
            </p14:nvContentPartPr>
            <p14:xfrm>
              <a:off x="5143350" y="4131285"/>
              <a:ext cx="924480" cy="1061280"/>
            </p14:xfrm>
          </p:contentPart>
        </mc:Choice>
        <mc:Fallback xmlns="">
          <p:pic>
            <p:nvPicPr>
              <p:cNvPr id="22" name="Pismo odręczne 21">
                <a:extLst>
                  <a:ext uri="{FF2B5EF4-FFF2-40B4-BE49-F238E27FC236}">
                    <a16:creationId xmlns:a16="http://schemas.microsoft.com/office/drawing/2014/main" id="{9C521231-A27E-F9DE-9A35-A366F6D6CA7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37230" y="4125165"/>
                <a:ext cx="936720" cy="10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Pismo odręczne 22">
                <a:extLst>
                  <a:ext uri="{FF2B5EF4-FFF2-40B4-BE49-F238E27FC236}">
                    <a16:creationId xmlns:a16="http://schemas.microsoft.com/office/drawing/2014/main" id="{6147B29C-1C03-669C-C908-431327E62521}"/>
                  </a:ext>
                </a:extLst>
              </p14:cNvPr>
              <p14:cNvContentPartPr/>
              <p14:nvPr/>
            </p14:nvContentPartPr>
            <p14:xfrm>
              <a:off x="8037390" y="2388885"/>
              <a:ext cx="1708200" cy="915840"/>
            </p14:xfrm>
          </p:contentPart>
        </mc:Choice>
        <mc:Fallback xmlns="">
          <p:pic>
            <p:nvPicPr>
              <p:cNvPr id="23" name="Pismo odręczne 22">
                <a:extLst>
                  <a:ext uri="{FF2B5EF4-FFF2-40B4-BE49-F238E27FC236}">
                    <a16:creationId xmlns:a16="http://schemas.microsoft.com/office/drawing/2014/main" id="{6147B29C-1C03-669C-C908-431327E6252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031270" y="2382765"/>
                <a:ext cx="1720440" cy="92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706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FC7DFE-4728-5DD0-B743-6CD373CB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887" y="0"/>
            <a:ext cx="7896225" cy="753082"/>
          </a:xfrm>
        </p:spPr>
        <p:txBody>
          <a:bodyPr>
            <a:normAutofit/>
          </a:bodyPr>
          <a:lstStyle/>
          <a:p>
            <a:r>
              <a:rPr lang="pl-PL" dirty="0"/>
              <a:t>Wykresy korelacyjne: Grupowania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021649E2-C872-71ED-0057-E07D66D0F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26" y="819756"/>
            <a:ext cx="3398090" cy="3139267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560EB0FE-1633-64D4-CDC8-3FD6C70C3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716" y="819755"/>
            <a:ext cx="3398089" cy="3139266"/>
          </a:xfrm>
          <a:prstGeom prst="rect">
            <a:avLst/>
          </a:prstGeom>
        </p:spPr>
      </p:pic>
      <p:grpSp>
        <p:nvGrpSpPr>
          <p:cNvPr id="12" name="Grupa 11">
            <a:extLst>
              <a:ext uri="{FF2B5EF4-FFF2-40B4-BE49-F238E27FC236}">
                <a16:creationId xmlns:a16="http://schemas.microsoft.com/office/drawing/2014/main" id="{CE7AE5F6-76F5-0C04-1789-7707D45202EF}"/>
              </a:ext>
            </a:extLst>
          </p:cNvPr>
          <p:cNvGrpSpPr/>
          <p:nvPr/>
        </p:nvGrpSpPr>
        <p:grpSpPr>
          <a:xfrm>
            <a:off x="4854240" y="1051344"/>
            <a:ext cx="2990520" cy="2698200"/>
            <a:chOff x="8338104" y="1051344"/>
            <a:chExt cx="2990520" cy="269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Pismo odręczne 9">
                  <a:extLst>
                    <a:ext uri="{FF2B5EF4-FFF2-40B4-BE49-F238E27FC236}">
                      <a16:creationId xmlns:a16="http://schemas.microsoft.com/office/drawing/2014/main" id="{C3B1DBD4-5544-AFD1-0BBB-92693E14C495}"/>
                    </a:ext>
                  </a:extLst>
                </p14:cNvPr>
                <p14:cNvContentPartPr/>
                <p14:nvPr/>
              </p14:nvContentPartPr>
              <p14:xfrm>
                <a:off x="9774144" y="1051344"/>
                <a:ext cx="1554480" cy="2045520"/>
              </p14:xfrm>
            </p:contentPart>
          </mc:Choice>
          <mc:Fallback xmlns="">
            <p:pic>
              <p:nvPicPr>
                <p:cNvPr id="10" name="Pismo odręczne 9">
                  <a:extLst>
                    <a:ext uri="{FF2B5EF4-FFF2-40B4-BE49-F238E27FC236}">
                      <a16:creationId xmlns:a16="http://schemas.microsoft.com/office/drawing/2014/main" id="{C3B1DBD4-5544-AFD1-0BBB-92693E14C4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68024" y="1045224"/>
                  <a:ext cx="1566720" cy="20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Pismo odręczne 10">
                  <a:extLst>
                    <a:ext uri="{FF2B5EF4-FFF2-40B4-BE49-F238E27FC236}">
                      <a16:creationId xmlns:a16="http://schemas.microsoft.com/office/drawing/2014/main" id="{103F4785-91CB-4F76-0814-D7121B463F0E}"/>
                    </a:ext>
                  </a:extLst>
                </p14:cNvPr>
                <p14:cNvContentPartPr/>
                <p14:nvPr/>
              </p14:nvContentPartPr>
              <p14:xfrm>
                <a:off x="8338104" y="2934864"/>
                <a:ext cx="1528920" cy="814680"/>
              </p14:xfrm>
            </p:contentPart>
          </mc:Choice>
          <mc:Fallback xmlns="">
            <p:pic>
              <p:nvPicPr>
                <p:cNvPr id="11" name="Pismo odręczne 10">
                  <a:extLst>
                    <a:ext uri="{FF2B5EF4-FFF2-40B4-BE49-F238E27FC236}">
                      <a16:creationId xmlns:a16="http://schemas.microsoft.com/office/drawing/2014/main" id="{103F4785-91CB-4F76-0814-D7121B463F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31984" y="2928744"/>
                  <a:ext cx="1541160" cy="82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upa 15">
            <a:extLst>
              <a:ext uri="{FF2B5EF4-FFF2-40B4-BE49-F238E27FC236}">
                <a16:creationId xmlns:a16="http://schemas.microsoft.com/office/drawing/2014/main" id="{DF3A1ACB-62D9-A1E2-4C1F-C525C5D50E69}"/>
              </a:ext>
            </a:extLst>
          </p:cNvPr>
          <p:cNvGrpSpPr/>
          <p:nvPr/>
        </p:nvGrpSpPr>
        <p:grpSpPr>
          <a:xfrm>
            <a:off x="1507680" y="1095264"/>
            <a:ext cx="3057120" cy="2691360"/>
            <a:chOff x="4991544" y="1095264"/>
            <a:chExt cx="3057120" cy="269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Pismo odręczne 12">
                  <a:extLst>
                    <a:ext uri="{FF2B5EF4-FFF2-40B4-BE49-F238E27FC236}">
                      <a16:creationId xmlns:a16="http://schemas.microsoft.com/office/drawing/2014/main" id="{49D6FA98-B000-7C38-06FF-BB796926E376}"/>
                    </a:ext>
                  </a:extLst>
                </p14:cNvPr>
                <p14:cNvContentPartPr/>
                <p14:nvPr/>
              </p14:nvContentPartPr>
              <p14:xfrm>
                <a:off x="4991544" y="2524464"/>
                <a:ext cx="1446120" cy="1262160"/>
              </p14:xfrm>
            </p:contentPart>
          </mc:Choice>
          <mc:Fallback xmlns="">
            <p:pic>
              <p:nvPicPr>
                <p:cNvPr id="13" name="Pismo odręczne 12">
                  <a:extLst>
                    <a:ext uri="{FF2B5EF4-FFF2-40B4-BE49-F238E27FC236}">
                      <a16:creationId xmlns:a16="http://schemas.microsoft.com/office/drawing/2014/main" id="{49D6FA98-B000-7C38-06FF-BB796926E37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85424" y="2518344"/>
                  <a:ext cx="1458360" cy="12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Pismo odręczne 13">
                  <a:extLst>
                    <a:ext uri="{FF2B5EF4-FFF2-40B4-BE49-F238E27FC236}">
                      <a16:creationId xmlns:a16="http://schemas.microsoft.com/office/drawing/2014/main" id="{30066EA2-19B2-A396-E36A-BCCBB2DF6F23}"/>
                    </a:ext>
                  </a:extLst>
                </p14:cNvPr>
                <p14:cNvContentPartPr/>
                <p14:nvPr/>
              </p14:nvContentPartPr>
              <p14:xfrm>
                <a:off x="6308064" y="1095264"/>
                <a:ext cx="1740600" cy="1933920"/>
              </p14:xfrm>
            </p:contentPart>
          </mc:Choice>
          <mc:Fallback xmlns="">
            <p:pic>
              <p:nvPicPr>
                <p:cNvPr id="14" name="Pismo odręczne 13">
                  <a:extLst>
                    <a:ext uri="{FF2B5EF4-FFF2-40B4-BE49-F238E27FC236}">
                      <a16:creationId xmlns:a16="http://schemas.microsoft.com/office/drawing/2014/main" id="{30066EA2-19B2-A396-E36A-BCCBB2DF6F2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01944" y="1089144"/>
                  <a:ext cx="1752840" cy="19461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Obraz 17">
            <a:extLst>
              <a:ext uri="{FF2B5EF4-FFF2-40B4-BE49-F238E27FC236}">
                <a16:creationId xmlns:a16="http://schemas.microsoft.com/office/drawing/2014/main" id="{F7B7A4EB-1B40-113D-E2F8-7B4A85F4EB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89324" y="819755"/>
            <a:ext cx="3398090" cy="3139267"/>
          </a:xfrm>
          <a:prstGeom prst="rect">
            <a:avLst/>
          </a:prstGeom>
        </p:spPr>
      </p:pic>
      <p:grpSp>
        <p:nvGrpSpPr>
          <p:cNvPr id="21" name="Grupa 20">
            <a:extLst>
              <a:ext uri="{FF2B5EF4-FFF2-40B4-BE49-F238E27FC236}">
                <a16:creationId xmlns:a16="http://schemas.microsoft.com/office/drawing/2014/main" id="{DBFE7E45-0D52-3BD9-9F9F-ABD9E05B19BD}"/>
              </a:ext>
            </a:extLst>
          </p:cNvPr>
          <p:cNvGrpSpPr/>
          <p:nvPr/>
        </p:nvGrpSpPr>
        <p:grpSpPr>
          <a:xfrm>
            <a:off x="8265024" y="1206144"/>
            <a:ext cx="2973600" cy="2524320"/>
            <a:chOff x="8265024" y="1206144"/>
            <a:chExt cx="2973600" cy="252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Pismo odręczne 18">
                  <a:extLst>
                    <a:ext uri="{FF2B5EF4-FFF2-40B4-BE49-F238E27FC236}">
                      <a16:creationId xmlns:a16="http://schemas.microsoft.com/office/drawing/2014/main" id="{62462C6D-4B39-08B9-5559-E85203750B99}"/>
                    </a:ext>
                  </a:extLst>
                </p14:cNvPr>
                <p14:cNvContentPartPr/>
                <p14:nvPr/>
              </p14:nvContentPartPr>
              <p14:xfrm>
                <a:off x="8265024" y="1206144"/>
                <a:ext cx="1695240" cy="1281240"/>
              </p14:xfrm>
            </p:contentPart>
          </mc:Choice>
          <mc:Fallback xmlns="">
            <p:pic>
              <p:nvPicPr>
                <p:cNvPr id="19" name="Pismo odręczne 18">
                  <a:extLst>
                    <a:ext uri="{FF2B5EF4-FFF2-40B4-BE49-F238E27FC236}">
                      <a16:creationId xmlns:a16="http://schemas.microsoft.com/office/drawing/2014/main" id="{62462C6D-4B39-08B9-5559-E85203750B9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58904" y="1200024"/>
                  <a:ext cx="1707480" cy="12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Pismo odręczne 19">
                  <a:extLst>
                    <a:ext uri="{FF2B5EF4-FFF2-40B4-BE49-F238E27FC236}">
                      <a16:creationId xmlns:a16="http://schemas.microsoft.com/office/drawing/2014/main" id="{0FFFDE16-06EE-CAA7-576D-FF0C50703774}"/>
                    </a:ext>
                  </a:extLst>
                </p14:cNvPr>
                <p14:cNvContentPartPr/>
                <p14:nvPr/>
              </p14:nvContentPartPr>
              <p14:xfrm>
                <a:off x="9929664" y="2538864"/>
                <a:ext cx="1308960" cy="1191600"/>
              </p14:xfrm>
            </p:contentPart>
          </mc:Choice>
          <mc:Fallback xmlns="">
            <p:pic>
              <p:nvPicPr>
                <p:cNvPr id="20" name="Pismo odręczne 19">
                  <a:extLst>
                    <a:ext uri="{FF2B5EF4-FFF2-40B4-BE49-F238E27FC236}">
                      <a16:creationId xmlns:a16="http://schemas.microsoft.com/office/drawing/2014/main" id="{0FFFDE16-06EE-CAA7-576D-FF0C5070377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923544" y="2532744"/>
                  <a:ext cx="1321200" cy="120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089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03AA74AE-3930-88CB-64A9-086FDD2F9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29" y="1275976"/>
            <a:ext cx="10145541" cy="5353797"/>
          </a:xfrm>
          <a:prstGeom prst="rect">
            <a:avLst/>
          </a:prstGeom>
        </p:spPr>
      </p:pic>
      <p:sp>
        <p:nvSpPr>
          <p:cNvPr id="4" name="Tytuł 1">
            <a:extLst>
              <a:ext uri="{FF2B5EF4-FFF2-40B4-BE49-F238E27FC236}">
                <a16:creationId xmlns:a16="http://schemas.microsoft.com/office/drawing/2014/main" id="{B3788151-2CB2-2D21-7711-4CAF1E62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955" y="228227"/>
            <a:ext cx="6034088" cy="753082"/>
          </a:xfrm>
        </p:spPr>
        <p:txBody>
          <a:bodyPr>
            <a:normAutofit/>
          </a:bodyPr>
          <a:lstStyle/>
          <a:p>
            <a:r>
              <a:rPr lang="pl-PL" dirty="0"/>
              <a:t>Diagram </a:t>
            </a:r>
            <a:r>
              <a:rPr lang="pl-PL" dirty="0" err="1"/>
              <a:t>czekanowskiego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09769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B3788151-2CB2-2D21-7711-4CAF1E62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955" y="228227"/>
            <a:ext cx="6034088" cy="753082"/>
          </a:xfrm>
        </p:spPr>
        <p:txBody>
          <a:bodyPr>
            <a:normAutofit/>
          </a:bodyPr>
          <a:lstStyle/>
          <a:p>
            <a:r>
              <a:rPr lang="pl-PL" dirty="0"/>
              <a:t>Diagram </a:t>
            </a:r>
            <a:r>
              <a:rPr lang="pl-PL" dirty="0" err="1"/>
              <a:t>czekanowskiego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0F3FA93-49AE-2913-7ECB-997D331C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3" y="2190577"/>
            <a:ext cx="11936491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50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B3788151-2CB2-2D21-7711-4CAF1E62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955" y="228227"/>
            <a:ext cx="6034088" cy="753082"/>
          </a:xfrm>
        </p:spPr>
        <p:txBody>
          <a:bodyPr>
            <a:normAutofit/>
          </a:bodyPr>
          <a:lstStyle/>
          <a:p>
            <a:r>
              <a:rPr lang="pl-PL" dirty="0"/>
              <a:t>Diagram </a:t>
            </a:r>
            <a:r>
              <a:rPr lang="pl-PL" dirty="0" err="1"/>
              <a:t>czekanowskiego</a:t>
            </a:r>
            <a:endParaRPr lang="pl-PL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19D3CBBB-3E10-6951-58CA-D940B03B0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16" y="981309"/>
            <a:ext cx="7768336" cy="276437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ABE6F44D-89B4-787F-7A0A-41CA612DE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16" y="4113188"/>
            <a:ext cx="7768338" cy="2744812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BEB1A47F-959C-2F29-2B34-92A71C7A3553}"/>
              </a:ext>
            </a:extLst>
          </p:cNvPr>
          <p:cNvSpPr txBox="1"/>
          <p:nvPr/>
        </p:nvSpPr>
        <p:spPr>
          <a:xfrm>
            <a:off x="8836818" y="2101886"/>
            <a:ext cx="2974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/>
              <a:t>Nieuporządkowany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4C6AAD9-5AC6-9D64-9781-C07A6FB26AE2}"/>
              </a:ext>
            </a:extLst>
          </p:cNvPr>
          <p:cNvSpPr txBox="1"/>
          <p:nvPr/>
        </p:nvSpPr>
        <p:spPr>
          <a:xfrm>
            <a:off x="8836818" y="5223984"/>
            <a:ext cx="2555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/>
              <a:t>Uporządkowany</a:t>
            </a:r>
          </a:p>
        </p:txBody>
      </p:sp>
    </p:spTree>
    <p:extLst>
      <p:ext uri="{BB962C8B-B14F-4D97-AF65-F5344CB8AC3E}">
        <p14:creationId xmlns:p14="http://schemas.microsoft.com/office/powerpoint/2010/main" val="3493807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B3788151-2CB2-2D21-7711-4CAF1E62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955" y="228227"/>
            <a:ext cx="6034088" cy="753082"/>
          </a:xfrm>
        </p:spPr>
        <p:txBody>
          <a:bodyPr>
            <a:normAutofit/>
          </a:bodyPr>
          <a:lstStyle/>
          <a:p>
            <a:r>
              <a:rPr lang="pl-PL" dirty="0"/>
              <a:t>Diagram </a:t>
            </a:r>
            <a:r>
              <a:rPr lang="pl-PL" dirty="0" err="1"/>
              <a:t>czekanowskiego</a:t>
            </a:r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C3B902D-B0AC-0219-20CB-8845ABF339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167"/>
          <a:stretch/>
        </p:blipFill>
        <p:spPr>
          <a:xfrm>
            <a:off x="7709924" y="1259126"/>
            <a:ext cx="4482076" cy="2174127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37E63561-EF55-8B38-35D6-94C27BD57BE4}"/>
              </a:ext>
            </a:extLst>
          </p:cNvPr>
          <p:cNvSpPr txBox="1"/>
          <p:nvPr/>
        </p:nvSpPr>
        <p:spPr>
          <a:xfrm>
            <a:off x="7709924" y="3598444"/>
            <a:ext cx="3891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2 duże ugrupowania WIK, ZEG, FPS, PRP oraz FPS, PRP, KOS, MOC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BEC i UDZ nie mają nic wspólnego z prawie niczym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4B2D635-96C6-F87C-0C55-3A08B8622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9127"/>
            <a:ext cx="7709924" cy="559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25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040" y="237752"/>
            <a:ext cx="4683920" cy="753082"/>
          </a:xfrm>
        </p:spPr>
        <p:txBody>
          <a:bodyPr>
            <a:normAutofit/>
          </a:bodyPr>
          <a:lstStyle/>
          <a:p>
            <a:r>
              <a:rPr lang="pl-PL" dirty="0"/>
              <a:t>Diagram wiązkowy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42AAB68-70B0-5143-FBE7-9E0D9C209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842" y="956541"/>
            <a:ext cx="6320315" cy="2548191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34AD3231-4D15-8344-D844-6FB8F35B9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2" y="3504732"/>
            <a:ext cx="11069595" cy="3353268"/>
          </a:xfrm>
          <a:prstGeom prst="rect">
            <a:avLst/>
          </a:prstGeom>
        </p:spPr>
      </p:pic>
      <p:grpSp>
        <p:nvGrpSpPr>
          <p:cNvPr id="12" name="Grupa 11">
            <a:extLst>
              <a:ext uri="{FF2B5EF4-FFF2-40B4-BE49-F238E27FC236}">
                <a16:creationId xmlns:a16="http://schemas.microsoft.com/office/drawing/2014/main" id="{BA870DD0-9D95-4E4A-14B1-499D670CB34C}"/>
              </a:ext>
            </a:extLst>
          </p:cNvPr>
          <p:cNvGrpSpPr/>
          <p:nvPr/>
        </p:nvGrpSpPr>
        <p:grpSpPr>
          <a:xfrm>
            <a:off x="8390910" y="1429485"/>
            <a:ext cx="319680" cy="424800"/>
            <a:chOff x="8390910" y="1429485"/>
            <a:chExt cx="31968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Pismo odręczne 9">
                  <a:extLst>
                    <a:ext uri="{FF2B5EF4-FFF2-40B4-BE49-F238E27FC236}">
                      <a16:creationId xmlns:a16="http://schemas.microsoft.com/office/drawing/2014/main" id="{E29042D8-7F2D-595B-29F4-8AD55946C235}"/>
                    </a:ext>
                  </a:extLst>
                </p14:cNvPr>
                <p14:cNvContentPartPr/>
                <p14:nvPr/>
              </p14:nvContentPartPr>
              <p14:xfrm>
                <a:off x="8390910" y="1429485"/>
                <a:ext cx="252000" cy="424800"/>
              </p14:xfrm>
            </p:contentPart>
          </mc:Choice>
          <mc:Fallback xmlns="">
            <p:pic>
              <p:nvPicPr>
                <p:cNvPr id="10" name="Pismo odręczne 9">
                  <a:extLst>
                    <a:ext uri="{FF2B5EF4-FFF2-40B4-BE49-F238E27FC236}">
                      <a16:creationId xmlns:a16="http://schemas.microsoft.com/office/drawing/2014/main" id="{E29042D8-7F2D-595B-29F4-8AD55946C23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82270" y="1420845"/>
                  <a:ext cx="2696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Pismo odręczne 10">
                  <a:extLst>
                    <a:ext uri="{FF2B5EF4-FFF2-40B4-BE49-F238E27FC236}">
                      <a16:creationId xmlns:a16="http://schemas.microsoft.com/office/drawing/2014/main" id="{FDC0E358-75D7-E29B-73AF-C1E702BC5794}"/>
                    </a:ext>
                  </a:extLst>
                </p14:cNvPr>
                <p14:cNvContentPartPr/>
                <p14:nvPr/>
              </p14:nvContentPartPr>
              <p14:xfrm>
                <a:off x="8457870" y="1637205"/>
                <a:ext cx="252720" cy="24120"/>
              </p14:xfrm>
            </p:contentPart>
          </mc:Choice>
          <mc:Fallback xmlns="">
            <p:pic>
              <p:nvPicPr>
                <p:cNvPr id="11" name="Pismo odręczne 10">
                  <a:extLst>
                    <a:ext uri="{FF2B5EF4-FFF2-40B4-BE49-F238E27FC236}">
                      <a16:creationId xmlns:a16="http://schemas.microsoft.com/office/drawing/2014/main" id="{FDC0E358-75D7-E29B-73AF-C1E702BC57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49230" y="1628565"/>
                  <a:ext cx="270360" cy="4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63744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809EABFF-5C5F-A84C-6D9A-FE72DBC8F89E}"/>
              </a:ext>
            </a:extLst>
          </p:cNvPr>
          <p:cNvCxnSpPr/>
          <p:nvPr/>
        </p:nvCxnSpPr>
        <p:spPr>
          <a:xfrm flipV="1">
            <a:off x="7734300" y="466725"/>
            <a:ext cx="0" cy="47625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ytuł 1">
            <a:extLst>
              <a:ext uri="{FF2B5EF4-FFF2-40B4-BE49-F238E27FC236}">
                <a16:creationId xmlns:a16="http://schemas.microsoft.com/office/drawing/2014/main" id="{CA78ACC7-DF62-5FB4-D702-66671ABF2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826" y="4396548"/>
            <a:ext cx="4683920" cy="753082"/>
          </a:xfrm>
        </p:spPr>
        <p:txBody>
          <a:bodyPr>
            <a:normAutofit/>
          </a:bodyPr>
          <a:lstStyle/>
          <a:p>
            <a:r>
              <a:rPr lang="pl-PL" dirty="0"/>
              <a:t>Diagram wiązkowy</a:t>
            </a: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55B9E6E7-D56C-F336-BB22-0B97BAC2C53E}"/>
              </a:ext>
            </a:extLst>
          </p:cNvPr>
          <p:cNvGrpSpPr/>
          <p:nvPr/>
        </p:nvGrpSpPr>
        <p:grpSpPr>
          <a:xfrm>
            <a:off x="-1" y="0"/>
            <a:ext cx="6381865" cy="6966288"/>
            <a:chOff x="-1" y="0"/>
            <a:chExt cx="6381865" cy="6966288"/>
          </a:xfrm>
        </p:grpSpPr>
        <p:pic>
          <p:nvPicPr>
            <p:cNvPr id="3" name="Obraz 2">
              <a:extLst>
                <a:ext uri="{FF2B5EF4-FFF2-40B4-BE49-F238E27FC236}">
                  <a16:creationId xmlns:a16="http://schemas.microsoft.com/office/drawing/2014/main" id="{2DFF0F97-29B0-6E2A-3826-09EF174105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1" t="35586" r="13944" b="7935"/>
            <a:stretch/>
          </p:blipFill>
          <p:spPr bwMode="auto">
            <a:xfrm>
              <a:off x="-1" y="0"/>
              <a:ext cx="6329827" cy="685800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Pismo odręczne 1">
                  <a:extLst>
                    <a:ext uri="{FF2B5EF4-FFF2-40B4-BE49-F238E27FC236}">
                      <a16:creationId xmlns:a16="http://schemas.microsoft.com/office/drawing/2014/main" id="{7CCA8B1A-2327-730B-EBB6-871FCD436F35}"/>
                    </a:ext>
                  </a:extLst>
                </p14:cNvPr>
                <p14:cNvContentPartPr/>
                <p14:nvPr/>
              </p14:nvContentPartPr>
              <p14:xfrm>
                <a:off x="3547224" y="5661216"/>
                <a:ext cx="2834640" cy="1298520"/>
              </p14:xfrm>
            </p:contentPart>
          </mc:Choice>
          <mc:Fallback xmlns="">
            <p:pic>
              <p:nvPicPr>
                <p:cNvPr id="2" name="Pismo odręczne 1">
                  <a:extLst>
                    <a:ext uri="{FF2B5EF4-FFF2-40B4-BE49-F238E27FC236}">
                      <a16:creationId xmlns:a16="http://schemas.microsoft.com/office/drawing/2014/main" id="{7CCA8B1A-2327-730B-EBB6-871FCD436F3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41105" y="5655096"/>
                  <a:ext cx="2846878" cy="13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Pismo odręczne 3">
                  <a:extLst>
                    <a:ext uri="{FF2B5EF4-FFF2-40B4-BE49-F238E27FC236}">
                      <a16:creationId xmlns:a16="http://schemas.microsoft.com/office/drawing/2014/main" id="{0139665E-3A75-2E58-0F3C-54ED949FDF93}"/>
                    </a:ext>
                  </a:extLst>
                </p14:cNvPr>
                <p14:cNvContentPartPr/>
                <p14:nvPr/>
              </p14:nvContentPartPr>
              <p14:xfrm>
                <a:off x="1901664" y="5559048"/>
                <a:ext cx="1582560" cy="1407240"/>
              </p14:xfrm>
            </p:contentPart>
          </mc:Choice>
          <mc:Fallback xmlns="">
            <p:pic>
              <p:nvPicPr>
                <p:cNvPr id="4" name="Pismo odręczne 3">
                  <a:extLst>
                    <a:ext uri="{FF2B5EF4-FFF2-40B4-BE49-F238E27FC236}">
                      <a16:creationId xmlns:a16="http://schemas.microsoft.com/office/drawing/2014/main" id="{0139665E-3A75-2E58-0F3C-54ED949FDF9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95544" y="5552930"/>
                  <a:ext cx="1594800" cy="1419477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4" name="Grupa 23">
              <a:extLst>
                <a:ext uri="{FF2B5EF4-FFF2-40B4-BE49-F238E27FC236}">
                  <a16:creationId xmlns:a16="http://schemas.microsoft.com/office/drawing/2014/main" id="{6D7F3D6C-6647-24E6-DFAA-D40D60FC9E3D}"/>
                </a:ext>
              </a:extLst>
            </p:cNvPr>
            <p:cNvGrpSpPr/>
            <p:nvPr/>
          </p:nvGrpSpPr>
          <p:grpSpPr>
            <a:xfrm>
              <a:off x="3071304" y="5339448"/>
              <a:ext cx="1113120" cy="451080"/>
              <a:chOff x="3071304" y="5339448"/>
              <a:chExt cx="1113120" cy="451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20" name="Pismo odręczne 19">
                    <a:extLst>
                      <a:ext uri="{FF2B5EF4-FFF2-40B4-BE49-F238E27FC236}">
                        <a16:creationId xmlns:a16="http://schemas.microsoft.com/office/drawing/2014/main" id="{A2674A45-37B0-7F32-B95F-F9FDC7ACED03}"/>
                      </a:ext>
                    </a:extLst>
                  </p14:cNvPr>
                  <p14:cNvContentPartPr/>
                  <p14:nvPr/>
                </p14:nvContentPartPr>
                <p14:xfrm>
                  <a:off x="3141504" y="5339448"/>
                  <a:ext cx="479520" cy="306720"/>
                </p14:xfrm>
              </p:contentPart>
            </mc:Choice>
            <mc:Fallback xmlns="">
              <p:pic>
                <p:nvPicPr>
                  <p:cNvPr id="20" name="Pismo odręczne 19">
                    <a:extLst>
                      <a:ext uri="{FF2B5EF4-FFF2-40B4-BE49-F238E27FC236}">
                        <a16:creationId xmlns:a16="http://schemas.microsoft.com/office/drawing/2014/main" id="{A2674A45-37B0-7F32-B95F-F9FDC7ACED03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3135384" y="5333328"/>
                    <a:ext cx="491760" cy="318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21" name="Pismo odręczne 20">
                    <a:extLst>
                      <a:ext uri="{FF2B5EF4-FFF2-40B4-BE49-F238E27FC236}">
                        <a16:creationId xmlns:a16="http://schemas.microsoft.com/office/drawing/2014/main" id="{460A421B-75B4-CBF2-6E21-DFED4501611E}"/>
                      </a:ext>
                    </a:extLst>
                  </p14:cNvPr>
                  <p14:cNvContentPartPr/>
                  <p14:nvPr/>
                </p14:nvContentPartPr>
                <p14:xfrm>
                  <a:off x="3071304" y="5559048"/>
                  <a:ext cx="283320" cy="231480"/>
                </p14:xfrm>
              </p:contentPart>
            </mc:Choice>
            <mc:Fallback xmlns="">
              <p:pic>
                <p:nvPicPr>
                  <p:cNvPr id="21" name="Pismo odręczne 20">
                    <a:extLst>
                      <a:ext uri="{FF2B5EF4-FFF2-40B4-BE49-F238E27FC236}">
                        <a16:creationId xmlns:a16="http://schemas.microsoft.com/office/drawing/2014/main" id="{460A421B-75B4-CBF2-6E21-DFED4501611E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3065184" y="5552928"/>
                    <a:ext cx="295560" cy="243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22" name="Pismo odręczne 21">
                    <a:extLst>
                      <a:ext uri="{FF2B5EF4-FFF2-40B4-BE49-F238E27FC236}">
                        <a16:creationId xmlns:a16="http://schemas.microsoft.com/office/drawing/2014/main" id="{46DFE83F-7803-2D22-AD79-5AEB933AD97E}"/>
                      </a:ext>
                    </a:extLst>
                  </p14:cNvPr>
                  <p14:cNvContentPartPr/>
                  <p14:nvPr/>
                </p14:nvContentPartPr>
                <p14:xfrm>
                  <a:off x="3675384" y="5339448"/>
                  <a:ext cx="408960" cy="276840"/>
                </p14:xfrm>
              </p:contentPart>
            </mc:Choice>
            <mc:Fallback xmlns="">
              <p:pic>
                <p:nvPicPr>
                  <p:cNvPr id="22" name="Pismo odręczne 21">
                    <a:extLst>
                      <a:ext uri="{FF2B5EF4-FFF2-40B4-BE49-F238E27FC236}">
                        <a16:creationId xmlns:a16="http://schemas.microsoft.com/office/drawing/2014/main" id="{46DFE83F-7803-2D22-AD79-5AEB933AD97E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3669264" y="5333328"/>
                    <a:ext cx="421200" cy="289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23" name="Pismo odręczne 22">
                    <a:extLst>
                      <a:ext uri="{FF2B5EF4-FFF2-40B4-BE49-F238E27FC236}">
                        <a16:creationId xmlns:a16="http://schemas.microsoft.com/office/drawing/2014/main" id="{9DECE9C8-0C80-0635-2EE6-331F5947F5EC}"/>
                      </a:ext>
                    </a:extLst>
                  </p14:cNvPr>
                  <p14:cNvContentPartPr/>
                  <p14:nvPr/>
                </p14:nvContentPartPr>
                <p14:xfrm>
                  <a:off x="3977424" y="5440248"/>
                  <a:ext cx="207000" cy="204480"/>
                </p14:xfrm>
              </p:contentPart>
            </mc:Choice>
            <mc:Fallback xmlns="">
              <p:pic>
                <p:nvPicPr>
                  <p:cNvPr id="23" name="Pismo odręczne 22">
                    <a:extLst>
                      <a:ext uri="{FF2B5EF4-FFF2-40B4-BE49-F238E27FC236}">
                        <a16:creationId xmlns:a16="http://schemas.microsoft.com/office/drawing/2014/main" id="{9DECE9C8-0C80-0635-2EE6-331F5947F5EC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3971304" y="5434128"/>
                    <a:ext cx="219240" cy="2167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25" name="Tytuł 1">
            <a:extLst>
              <a:ext uri="{FF2B5EF4-FFF2-40B4-BE49-F238E27FC236}">
                <a16:creationId xmlns:a16="http://schemas.microsoft.com/office/drawing/2014/main" id="{08DBC34A-C3D5-D4D0-4D0B-19B20A063D6D}"/>
              </a:ext>
            </a:extLst>
          </p:cNvPr>
          <p:cNvSpPr txBox="1">
            <a:spLocks/>
          </p:cNvSpPr>
          <p:nvPr/>
        </p:nvSpPr>
        <p:spPr>
          <a:xfrm>
            <a:off x="6392826" y="5123278"/>
            <a:ext cx="4927446" cy="1734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cap="none" dirty="0">
                <a:latin typeface="+mn-lt"/>
              </a:rPr>
              <a:t>2 ugrupowania:</a:t>
            </a:r>
          </a:p>
          <a:p>
            <a:endParaRPr lang="pl-PL" sz="1800" cap="none" dirty="0">
              <a:latin typeface="+mn-lt"/>
            </a:endParaRPr>
          </a:p>
          <a:p>
            <a:r>
              <a:rPr lang="pl-PL" sz="1800" cap="none" dirty="0">
                <a:latin typeface="+mn-lt"/>
              </a:rPr>
              <a:t>WIK, ZEG oraz FPS, PRP, KOS, MOC</a:t>
            </a:r>
          </a:p>
          <a:p>
            <a:endParaRPr lang="pl-PL" cap="none" dirty="0">
              <a:latin typeface="+mn-lt"/>
            </a:endParaRPr>
          </a:p>
          <a:p>
            <a:r>
              <a:rPr lang="pl-PL" sz="1800" cap="none" dirty="0">
                <a:latin typeface="+mn-lt"/>
              </a:rPr>
              <a:t>Trochę inaczej niż w Czekanowskim, bo 1 ugrupowanie nie łączy się z FPS, PRP bezpośrednio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A0077D1-0DBB-1FA3-2DBF-2F4102F83D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" t="4905" r="13944" b="65359"/>
          <a:stretch/>
        </p:blipFill>
        <p:spPr bwMode="auto">
          <a:xfrm>
            <a:off x="4543044" y="0"/>
            <a:ext cx="7681289" cy="43815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45254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381" y="219464"/>
            <a:ext cx="8970264" cy="753082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PCA – tabele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624367E-A2F0-C851-95BF-89EBF3B05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1371"/>
            <a:ext cx="12192000" cy="20622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85FC0374-9E8B-D611-16F9-CFA4DD04EF8A}"/>
                  </a:ext>
                </a:extLst>
              </p14:cNvPr>
              <p14:cNvContentPartPr/>
              <p14:nvPr/>
            </p14:nvContentPartPr>
            <p14:xfrm>
              <a:off x="53160" y="4182840"/>
              <a:ext cx="3344760" cy="61920"/>
            </p14:xfrm>
          </p:contentPart>
        </mc:Choice>
        <mc:Fallback xmlns=""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85FC0374-9E8B-D611-16F9-CFA4DD04EF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40" y="4074840"/>
                <a:ext cx="345240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Pismo odręczne 7">
                <a:extLst>
                  <a:ext uri="{FF2B5EF4-FFF2-40B4-BE49-F238E27FC236}">
                    <a16:creationId xmlns:a16="http://schemas.microsoft.com/office/drawing/2014/main" id="{910353B6-AC43-C755-CC33-29070D8D13D3}"/>
                  </a:ext>
                </a:extLst>
              </p14:cNvPr>
              <p14:cNvContentPartPr/>
              <p14:nvPr/>
            </p14:nvContentPartPr>
            <p14:xfrm>
              <a:off x="60720" y="3733200"/>
              <a:ext cx="5303160" cy="61920"/>
            </p14:xfrm>
          </p:contentPart>
        </mc:Choice>
        <mc:Fallback xmlns="">
          <p:pic>
            <p:nvPicPr>
              <p:cNvPr id="8" name="Pismo odręczne 7">
                <a:extLst>
                  <a:ext uri="{FF2B5EF4-FFF2-40B4-BE49-F238E27FC236}">
                    <a16:creationId xmlns:a16="http://schemas.microsoft.com/office/drawing/2014/main" id="{910353B6-AC43-C755-CC33-29070D8D13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0" y="3625200"/>
                <a:ext cx="541080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Pismo odręczne 8">
                <a:extLst>
                  <a:ext uri="{FF2B5EF4-FFF2-40B4-BE49-F238E27FC236}">
                    <a16:creationId xmlns:a16="http://schemas.microsoft.com/office/drawing/2014/main" id="{7D5A0B8E-B94E-B205-054B-6C6701F375DC}"/>
                  </a:ext>
                </a:extLst>
              </p14:cNvPr>
              <p14:cNvContentPartPr/>
              <p14:nvPr/>
            </p14:nvContentPartPr>
            <p14:xfrm>
              <a:off x="53160" y="3282486"/>
              <a:ext cx="5303160" cy="61920"/>
            </p14:xfrm>
          </p:contentPart>
        </mc:Choice>
        <mc:Fallback xmlns="">
          <p:pic>
            <p:nvPicPr>
              <p:cNvPr id="9" name="Pismo odręczne 8">
                <a:extLst>
                  <a:ext uri="{FF2B5EF4-FFF2-40B4-BE49-F238E27FC236}">
                    <a16:creationId xmlns:a16="http://schemas.microsoft.com/office/drawing/2014/main" id="{7D5A0B8E-B94E-B205-054B-6C6701F375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840" y="3174486"/>
                <a:ext cx="5410800" cy="27756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B13F1127-8745-4474-F11A-7938E2D44AED}"/>
              </a:ext>
            </a:extLst>
          </p:cNvPr>
          <p:cNvSpPr txBox="1"/>
          <p:nvPr/>
        </p:nvSpPr>
        <p:spPr>
          <a:xfrm>
            <a:off x="2672697" y="1021435"/>
            <a:ext cx="6846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06563" algn="l"/>
                <a:tab pos="2873375" algn="l"/>
              </a:tabLst>
            </a:pPr>
            <a:r>
              <a:rPr lang="pl-PL" dirty="0"/>
              <a:t>Ze względu na rozrzut danych niektórych zmiennych wnioskuję za istotną składową która spełnia jeden z warunków:</a:t>
            </a:r>
          </a:p>
          <a:p>
            <a:pPr>
              <a:tabLst>
                <a:tab pos="1706563" algn="l"/>
                <a:tab pos="3406775" algn="l"/>
              </a:tabLst>
            </a:pPr>
            <a:r>
              <a:rPr lang="pl-PL" dirty="0"/>
              <a:t>	Wartości własne:	Istotne &gt;=	1</a:t>
            </a:r>
          </a:p>
          <a:p>
            <a:pPr>
              <a:tabLst>
                <a:tab pos="1706563" algn="l"/>
                <a:tab pos="3406775" algn="l"/>
              </a:tabLst>
            </a:pPr>
            <a:r>
              <a:rPr lang="pl-PL" dirty="0"/>
              <a:t>	Sumaryczny %:	Istotne &gt;=	85%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FA3B2E2C-8071-7563-DD5A-10253EF532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423604"/>
            <a:ext cx="4117436" cy="24343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2C6DA0D3-1E09-758B-7FF4-11F5384722F3}"/>
                  </a:ext>
                </a:extLst>
              </p14:cNvPr>
              <p14:cNvContentPartPr/>
              <p14:nvPr/>
            </p14:nvContentPartPr>
            <p14:xfrm>
              <a:off x="386055" y="6067508"/>
              <a:ext cx="1047600" cy="360"/>
            </p14:xfrm>
          </p:contentPart>
        </mc:Choice>
        <mc:Fallback xmlns=""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2C6DA0D3-1E09-758B-7FF4-11F5384722F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7415" y="6058868"/>
                <a:ext cx="10652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Pismo odręczne 13">
                <a:extLst>
                  <a:ext uri="{FF2B5EF4-FFF2-40B4-BE49-F238E27FC236}">
                    <a16:creationId xmlns:a16="http://schemas.microsoft.com/office/drawing/2014/main" id="{E7233538-2234-BDA6-A58D-E6803F2D67CB}"/>
                  </a:ext>
                </a:extLst>
              </p14:cNvPr>
              <p14:cNvContentPartPr/>
              <p14:nvPr/>
            </p14:nvContentPartPr>
            <p14:xfrm>
              <a:off x="293895" y="6205748"/>
              <a:ext cx="1592280" cy="360"/>
            </p14:xfrm>
          </p:contentPart>
        </mc:Choice>
        <mc:Fallback xmlns="">
          <p:pic>
            <p:nvPicPr>
              <p:cNvPr id="14" name="Pismo odręczne 13">
                <a:extLst>
                  <a:ext uri="{FF2B5EF4-FFF2-40B4-BE49-F238E27FC236}">
                    <a16:creationId xmlns:a16="http://schemas.microsoft.com/office/drawing/2014/main" id="{E7233538-2234-BDA6-A58D-E6803F2D67C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4895" y="6197108"/>
                <a:ext cx="160992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6FD3F550-5BA6-8132-4CE5-2A9DB5C396BF}"/>
              </a:ext>
            </a:extLst>
          </p:cNvPr>
          <p:cNvSpPr txBox="1"/>
          <p:nvPr/>
        </p:nvSpPr>
        <p:spPr>
          <a:xfrm>
            <a:off x="4117436" y="5426101"/>
            <a:ext cx="435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06563" algn="l"/>
                <a:tab pos="2873375" algn="l"/>
              </a:tabLst>
            </a:pPr>
            <a:r>
              <a:rPr lang="pl-PL" dirty="0"/>
              <a:t>Znaczna przewaga 3 pierwszych składowych</a:t>
            </a:r>
          </a:p>
        </p:txBody>
      </p:sp>
    </p:spTree>
    <p:extLst>
      <p:ext uri="{BB962C8B-B14F-4D97-AF65-F5344CB8AC3E}">
        <p14:creationId xmlns:p14="http://schemas.microsoft.com/office/powerpoint/2010/main" val="2411079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381" y="219464"/>
            <a:ext cx="8970264" cy="753082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PCA – Mapa liniowa zmiennych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DE9939CC-210E-BBBB-9786-7DB543854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0413"/>
            <a:ext cx="5439534" cy="5277587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6BB16899-2448-8868-B17A-9A74AE05E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534" y="1580412"/>
            <a:ext cx="5836391" cy="5277587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B7AAE33-6992-CCD5-9728-EA692A0808B1}"/>
              </a:ext>
            </a:extLst>
          </p:cNvPr>
          <p:cNvSpPr txBox="1"/>
          <p:nvPr/>
        </p:nvSpPr>
        <p:spPr>
          <a:xfrm>
            <a:off x="7822805" y="1126889"/>
            <a:ext cx="1069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Od góry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AEE30E92-1D5B-601C-0681-0FB5EC85CB40}"/>
              </a:ext>
            </a:extLst>
          </p:cNvPr>
          <p:cNvSpPr txBox="1"/>
          <p:nvPr/>
        </p:nvSpPr>
        <p:spPr>
          <a:xfrm>
            <a:off x="2184843" y="1126889"/>
            <a:ext cx="1069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Od boku</a:t>
            </a:r>
          </a:p>
        </p:txBody>
      </p:sp>
    </p:spTree>
    <p:extLst>
      <p:ext uri="{BB962C8B-B14F-4D97-AF65-F5344CB8AC3E}">
        <p14:creationId xmlns:p14="http://schemas.microsoft.com/office/powerpoint/2010/main" val="2024988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381" y="219464"/>
            <a:ext cx="8970264" cy="753082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PCA – Wykres zmiennych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6BB16899-2448-8868-B17A-9A74AE05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63" y="1580413"/>
            <a:ext cx="3834179" cy="3467076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AEE30E92-1D5B-601C-0681-0FB5EC85CB40}"/>
              </a:ext>
            </a:extLst>
          </p:cNvPr>
          <p:cNvSpPr txBox="1"/>
          <p:nvPr/>
        </p:nvSpPr>
        <p:spPr>
          <a:xfrm>
            <a:off x="1478342" y="5470688"/>
            <a:ext cx="8589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1 </a:t>
            </a:r>
            <a:r>
              <a:rPr lang="pl-PL" dirty="0" err="1"/>
              <a:t>Varivector</a:t>
            </a:r>
            <a:r>
              <a:rPr lang="pl-PL" dirty="0"/>
              <a:t>: Wydajność (wraz z wiekiem spada wydajność)</a:t>
            </a:r>
          </a:p>
          <a:p>
            <a:r>
              <a:rPr lang="pl-PL" dirty="0"/>
              <a:t>2 </a:t>
            </a:r>
            <a:r>
              <a:rPr lang="pl-PL" dirty="0" err="1"/>
              <a:t>Varivector</a:t>
            </a:r>
            <a:r>
              <a:rPr lang="pl-PL" dirty="0"/>
              <a:t>: Dominacja rynkowa</a:t>
            </a:r>
          </a:p>
          <a:p>
            <a:r>
              <a:rPr lang="pl-PL" dirty="0"/>
              <a:t>3 </a:t>
            </a:r>
            <a:r>
              <a:rPr lang="pl-PL" dirty="0" err="1"/>
              <a:t>Varivector</a:t>
            </a:r>
            <a:r>
              <a:rPr lang="pl-PL" dirty="0"/>
              <a:t>: Popularność użytkowników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CE2B770C-8430-6770-D6BD-B2996021C0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167"/>
          <a:stretch/>
        </p:blipFill>
        <p:spPr>
          <a:xfrm>
            <a:off x="7415642" y="1580413"/>
            <a:ext cx="4482076" cy="2174127"/>
          </a:xfrm>
          <a:prstGeom prst="rect">
            <a:avLst/>
          </a:prstGeom>
        </p:spPr>
      </p:pic>
      <p:grpSp>
        <p:nvGrpSpPr>
          <p:cNvPr id="4" name="Grupa 3">
            <a:extLst>
              <a:ext uri="{FF2B5EF4-FFF2-40B4-BE49-F238E27FC236}">
                <a16:creationId xmlns:a16="http://schemas.microsoft.com/office/drawing/2014/main" id="{EBC7722B-5234-BEDD-7684-0621080E00AF}"/>
              </a:ext>
            </a:extLst>
          </p:cNvPr>
          <p:cNvGrpSpPr/>
          <p:nvPr/>
        </p:nvGrpSpPr>
        <p:grpSpPr>
          <a:xfrm>
            <a:off x="0" y="1580413"/>
            <a:ext cx="3573465" cy="3467075"/>
            <a:chOff x="0" y="1580413"/>
            <a:chExt cx="3573465" cy="3467075"/>
          </a:xfrm>
        </p:grpSpPr>
        <p:pic>
          <p:nvPicPr>
            <p:cNvPr id="6" name="Obraz 5">
              <a:extLst>
                <a:ext uri="{FF2B5EF4-FFF2-40B4-BE49-F238E27FC236}">
                  <a16:creationId xmlns:a16="http://schemas.microsoft.com/office/drawing/2014/main" id="{DE9939CC-210E-BBBB-9786-7DB543854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580413"/>
              <a:ext cx="3573465" cy="3467075"/>
            </a:xfrm>
            <a:prstGeom prst="rect">
              <a:avLst/>
            </a:prstGeom>
          </p:spPr>
        </p:pic>
        <p:grpSp>
          <p:nvGrpSpPr>
            <p:cNvPr id="18" name="Grupa 17">
              <a:extLst>
                <a:ext uri="{FF2B5EF4-FFF2-40B4-BE49-F238E27FC236}">
                  <a16:creationId xmlns:a16="http://schemas.microsoft.com/office/drawing/2014/main" id="{1419A56C-7A13-2F89-3E25-52200B1AEA45}"/>
                </a:ext>
              </a:extLst>
            </p:cNvPr>
            <p:cNvGrpSpPr/>
            <p:nvPr/>
          </p:nvGrpSpPr>
          <p:grpSpPr>
            <a:xfrm>
              <a:off x="1918584" y="1745856"/>
              <a:ext cx="951840" cy="294120"/>
              <a:chOff x="1918584" y="1745856"/>
              <a:chExt cx="951840" cy="294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5" name="Pismo odręczne 4">
                    <a:extLst>
                      <a:ext uri="{FF2B5EF4-FFF2-40B4-BE49-F238E27FC236}">
                        <a16:creationId xmlns:a16="http://schemas.microsoft.com/office/drawing/2014/main" id="{B928F9CE-C8D2-14E7-401A-17CBBB867299}"/>
                      </a:ext>
                    </a:extLst>
                  </p14:cNvPr>
                  <p14:cNvContentPartPr/>
                  <p14:nvPr/>
                </p14:nvContentPartPr>
                <p14:xfrm>
                  <a:off x="1975824" y="1882656"/>
                  <a:ext cx="191520" cy="15840"/>
                </p14:xfrm>
              </p:contentPart>
            </mc:Choice>
            <mc:Fallback xmlns="">
              <p:pic>
                <p:nvPicPr>
                  <p:cNvPr id="5" name="Pismo odręczne 4">
                    <a:extLst>
                      <a:ext uri="{FF2B5EF4-FFF2-40B4-BE49-F238E27FC236}">
                        <a16:creationId xmlns:a16="http://schemas.microsoft.com/office/drawing/2014/main" id="{B928F9CE-C8D2-14E7-401A-17CBBB867299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969704" y="1876536"/>
                    <a:ext cx="203760" cy="28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7" name="Pismo odręczne 6">
                    <a:extLst>
                      <a:ext uri="{FF2B5EF4-FFF2-40B4-BE49-F238E27FC236}">
                        <a16:creationId xmlns:a16="http://schemas.microsoft.com/office/drawing/2014/main" id="{A77A1C1D-95CC-8BC8-F407-9A967064D9CE}"/>
                      </a:ext>
                    </a:extLst>
                  </p14:cNvPr>
                  <p14:cNvContentPartPr/>
                  <p14:nvPr/>
                </p14:nvContentPartPr>
                <p14:xfrm>
                  <a:off x="1918584" y="1810296"/>
                  <a:ext cx="128520" cy="136800"/>
                </p14:xfrm>
              </p:contentPart>
            </mc:Choice>
            <mc:Fallback xmlns="">
              <p:pic>
                <p:nvPicPr>
                  <p:cNvPr id="7" name="Pismo odręczne 6">
                    <a:extLst>
                      <a:ext uri="{FF2B5EF4-FFF2-40B4-BE49-F238E27FC236}">
                        <a16:creationId xmlns:a16="http://schemas.microsoft.com/office/drawing/2014/main" id="{A77A1C1D-95CC-8BC8-F407-9A967064D9CE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912464" y="1804176"/>
                    <a:ext cx="140760" cy="14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8" name="Pismo odręczne 7">
                    <a:extLst>
                      <a:ext uri="{FF2B5EF4-FFF2-40B4-BE49-F238E27FC236}">
                        <a16:creationId xmlns:a16="http://schemas.microsoft.com/office/drawing/2014/main" id="{3C10EB74-B4F5-A4D4-60FE-44F68D90BC74}"/>
                      </a:ext>
                    </a:extLst>
                  </p14:cNvPr>
                  <p14:cNvContentPartPr/>
                  <p14:nvPr/>
                </p14:nvContentPartPr>
                <p14:xfrm>
                  <a:off x="2303064" y="1773576"/>
                  <a:ext cx="10440" cy="184680"/>
                </p14:xfrm>
              </p:contentPart>
            </mc:Choice>
            <mc:Fallback xmlns="">
              <p:pic>
                <p:nvPicPr>
                  <p:cNvPr id="8" name="Pismo odręczne 7">
                    <a:extLst>
                      <a:ext uri="{FF2B5EF4-FFF2-40B4-BE49-F238E27FC236}">
                        <a16:creationId xmlns:a16="http://schemas.microsoft.com/office/drawing/2014/main" id="{3C10EB74-B4F5-A4D4-60FE-44F68D90BC74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296944" y="1767456"/>
                    <a:ext cx="22680" cy="196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9" name="Pismo odręczne 8">
                    <a:extLst>
                      <a:ext uri="{FF2B5EF4-FFF2-40B4-BE49-F238E27FC236}">
                        <a16:creationId xmlns:a16="http://schemas.microsoft.com/office/drawing/2014/main" id="{7491D4FE-A816-D90A-EEBD-041DAE1BF5AC}"/>
                      </a:ext>
                    </a:extLst>
                  </p14:cNvPr>
                  <p14:cNvContentPartPr/>
                  <p14:nvPr/>
                </p14:nvContentPartPr>
                <p14:xfrm>
                  <a:off x="2304144" y="1745856"/>
                  <a:ext cx="139320" cy="294120"/>
                </p14:xfrm>
              </p:contentPart>
            </mc:Choice>
            <mc:Fallback xmlns="">
              <p:pic>
                <p:nvPicPr>
                  <p:cNvPr id="9" name="Pismo odręczne 8">
                    <a:extLst>
                      <a:ext uri="{FF2B5EF4-FFF2-40B4-BE49-F238E27FC236}">
                        <a16:creationId xmlns:a16="http://schemas.microsoft.com/office/drawing/2014/main" id="{7491D4FE-A816-D90A-EEBD-041DAE1BF5AC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2298024" y="1739736"/>
                    <a:ext cx="151560" cy="306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0" name="Pismo odręczne 9">
                    <a:extLst>
                      <a:ext uri="{FF2B5EF4-FFF2-40B4-BE49-F238E27FC236}">
                        <a16:creationId xmlns:a16="http://schemas.microsoft.com/office/drawing/2014/main" id="{11A8C737-FDBF-EBCF-0508-BBA9F36DE0F3}"/>
                      </a:ext>
                    </a:extLst>
                  </p14:cNvPr>
                  <p14:cNvContentPartPr/>
                  <p14:nvPr/>
                </p14:nvContentPartPr>
                <p14:xfrm>
                  <a:off x="2477664" y="1800936"/>
                  <a:ext cx="16920" cy="229320"/>
                </p14:xfrm>
              </p:contentPart>
            </mc:Choice>
            <mc:Fallback xmlns="">
              <p:pic>
                <p:nvPicPr>
                  <p:cNvPr id="10" name="Pismo odręczne 9">
                    <a:extLst>
                      <a:ext uri="{FF2B5EF4-FFF2-40B4-BE49-F238E27FC236}">
                        <a16:creationId xmlns:a16="http://schemas.microsoft.com/office/drawing/2014/main" id="{11A8C737-FDBF-EBCF-0508-BBA9F36DE0F3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2471544" y="1794816"/>
                    <a:ext cx="29160" cy="241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4" name="Pismo odręczne 13">
                    <a:extLst>
                      <a:ext uri="{FF2B5EF4-FFF2-40B4-BE49-F238E27FC236}">
                        <a16:creationId xmlns:a16="http://schemas.microsoft.com/office/drawing/2014/main" id="{3E43900C-7C44-7E28-D58A-1AA0AEA51812}"/>
                      </a:ext>
                    </a:extLst>
                  </p14:cNvPr>
                  <p14:cNvContentPartPr/>
                  <p14:nvPr/>
                </p14:nvContentPartPr>
                <p14:xfrm>
                  <a:off x="2487024" y="1782216"/>
                  <a:ext cx="90720" cy="19080"/>
                </p14:xfrm>
              </p:contentPart>
            </mc:Choice>
            <mc:Fallback xmlns="">
              <p:pic>
                <p:nvPicPr>
                  <p:cNvPr id="14" name="Pismo odręczne 13">
                    <a:extLst>
                      <a:ext uri="{FF2B5EF4-FFF2-40B4-BE49-F238E27FC236}">
                        <a16:creationId xmlns:a16="http://schemas.microsoft.com/office/drawing/2014/main" id="{3E43900C-7C44-7E28-D58A-1AA0AEA51812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2480904" y="1776096"/>
                    <a:ext cx="102960" cy="31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5" name="Pismo odręczne 14">
                    <a:extLst>
                      <a:ext uri="{FF2B5EF4-FFF2-40B4-BE49-F238E27FC236}">
                        <a16:creationId xmlns:a16="http://schemas.microsoft.com/office/drawing/2014/main" id="{0F9B58C3-2B01-F8ED-B0DB-D55255DBDEF5}"/>
                      </a:ext>
                    </a:extLst>
                  </p14:cNvPr>
                  <p14:cNvContentPartPr/>
                  <p14:nvPr/>
                </p14:nvContentPartPr>
                <p14:xfrm>
                  <a:off x="2477664" y="1910736"/>
                  <a:ext cx="118440" cy="360"/>
                </p14:xfrm>
              </p:contentPart>
            </mc:Choice>
            <mc:Fallback xmlns="">
              <p:pic>
                <p:nvPicPr>
                  <p:cNvPr id="15" name="Pismo odręczne 14">
                    <a:extLst>
                      <a:ext uri="{FF2B5EF4-FFF2-40B4-BE49-F238E27FC236}">
                        <a16:creationId xmlns:a16="http://schemas.microsoft.com/office/drawing/2014/main" id="{0F9B58C3-2B01-F8ED-B0DB-D55255DBDEF5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2471544" y="1904616"/>
                    <a:ext cx="13068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6" name="Pismo odręczne 15">
                    <a:extLst>
                      <a:ext uri="{FF2B5EF4-FFF2-40B4-BE49-F238E27FC236}">
                        <a16:creationId xmlns:a16="http://schemas.microsoft.com/office/drawing/2014/main" id="{30DDFB0A-5863-7AF0-D665-C767E9C111FC}"/>
                      </a:ext>
                    </a:extLst>
                  </p14:cNvPr>
                  <p14:cNvContentPartPr/>
                  <p14:nvPr/>
                </p14:nvContentPartPr>
                <p14:xfrm>
                  <a:off x="2514024" y="2014416"/>
                  <a:ext cx="159120" cy="16200"/>
                </p14:xfrm>
              </p:contentPart>
            </mc:Choice>
            <mc:Fallback xmlns="">
              <p:pic>
                <p:nvPicPr>
                  <p:cNvPr id="16" name="Pismo odręczne 15">
                    <a:extLst>
                      <a:ext uri="{FF2B5EF4-FFF2-40B4-BE49-F238E27FC236}">
                        <a16:creationId xmlns:a16="http://schemas.microsoft.com/office/drawing/2014/main" id="{30DDFB0A-5863-7AF0-D665-C767E9C111FC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2507904" y="2008296"/>
                    <a:ext cx="171360" cy="28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17" name="Pismo odręczne 16">
                    <a:extLst>
                      <a:ext uri="{FF2B5EF4-FFF2-40B4-BE49-F238E27FC236}">
                        <a16:creationId xmlns:a16="http://schemas.microsoft.com/office/drawing/2014/main" id="{666F7E4A-4029-AA91-B874-F7138C31D2B1}"/>
                      </a:ext>
                    </a:extLst>
                  </p14:cNvPr>
                  <p14:cNvContentPartPr/>
                  <p14:nvPr/>
                </p14:nvContentPartPr>
                <p14:xfrm>
                  <a:off x="2715984" y="1782936"/>
                  <a:ext cx="154440" cy="257040"/>
                </p14:xfrm>
              </p:contentPart>
            </mc:Choice>
            <mc:Fallback xmlns="">
              <p:pic>
                <p:nvPicPr>
                  <p:cNvPr id="17" name="Pismo odręczne 16">
                    <a:extLst>
                      <a:ext uri="{FF2B5EF4-FFF2-40B4-BE49-F238E27FC236}">
                        <a16:creationId xmlns:a16="http://schemas.microsoft.com/office/drawing/2014/main" id="{666F7E4A-4029-AA91-B874-F7138C31D2B1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2709864" y="1776816"/>
                    <a:ext cx="166680" cy="2692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161856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973" y="219464"/>
            <a:ext cx="8970264" cy="753082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Grupowania zmiennych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EA4D435A-9A7A-2ECB-71DA-98140C27D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09975" cy="3502498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B331BDC9-4B2F-C624-41A2-5CB542F786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" t="35586" r="13944" b="7935"/>
          <a:stretch/>
        </p:blipFill>
        <p:spPr bwMode="auto">
          <a:xfrm>
            <a:off x="2271166" y="2646307"/>
            <a:ext cx="3731697" cy="404307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E7EA1DF3-E3F2-E2DF-E6D4-EDF8CE20F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459" y="1517410"/>
            <a:ext cx="6033541" cy="4381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Pismo odręczne 18">
                <a:extLst>
                  <a:ext uri="{FF2B5EF4-FFF2-40B4-BE49-F238E27FC236}">
                    <a16:creationId xmlns:a16="http://schemas.microsoft.com/office/drawing/2014/main" id="{3B4868B0-E1F3-4044-3166-7CB64882149D}"/>
                  </a:ext>
                </a:extLst>
              </p14:cNvPr>
              <p14:cNvContentPartPr/>
              <p14:nvPr/>
            </p14:nvContentPartPr>
            <p14:xfrm>
              <a:off x="8038110" y="4456725"/>
              <a:ext cx="2906280" cy="878040"/>
            </p14:xfrm>
          </p:contentPart>
        </mc:Choice>
        <mc:Fallback xmlns="">
          <p:pic>
            <p:nvPicPr>
              <p:cNvPr id="19" name="Pismo odręczne 18">
                <a:extLst>
                  <a:ext uri="{FF2B5EF4-FFF2-40B4-BE49-F238E27FC236}">
                    <a16:creationId xmlns:a16="http://schemas.microsoft.com/office/drawing/2014/main" id="{3B4868B0-E1F3-4044-3166-7CB6488214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31990" y="4450605"/>
                <a:ext cx="2918520" cy="89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Pismo odręczne 19">
                <a:extLst>
                  <a:ext uri="{FF2B5EF4-FFF2-40B4-BE49-F238E27FC236}">
                    <a16:creationId xmlns:a16="http://schemas.microsoft.com/office/drawing/2014/main" id="{2C4F4F72-C6DC-7E66-ECE8-780DD38DA87A}"/>
                  </a:ext>
                </a:extLst>
              </p14:cNvPr>
              <p14:cNvContentPartPr/>
              <p14:nvPr/>
            </p14:nvContentPartPr>
            <p14:xfrm>
              <a:off x="9321870" y="4817085"/>
              <a:ext cx="2787120" cy="1145880"/>
            </p14:xfrm>
          </p:contentPart>
        </mc:Choice>
        <mc:Fallback xmlns="">
          <p:pic>
            <p:nvPicPr>
              <p:cNvPr id="20" name="Pismo odręczne 19">
                <a:extLst>
                  <a:ext uri="{FF2B5EF4-FFF2-40B4-BE49-F238E27FC236}">
                    <a16:creationId xmlns:a16="http://schemas.microsoft.com/office/drawing/2014/main" id="{2C4F4F72-C6DC-7E66-ECE8-780DD38DA8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15750" y="4810965"/>
                <a:ext cx="2799360" cy="11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4BFFCD38-92E7-5C3D-33D6-081BBF98A162}"/>
                  </a:ext>
                </a:extLst>
              </p14:cNvPr>
              <p14:cNvContentPartPr/>
              <p14:nvPr/>
            </p14:nvContentPartPr>
            <p14:xfrm>
              <a:off x="9389190" y="2779845"/>
              <a:ext cx="3146400" cy="97416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4BFFCD38-92E7-5C3D-33D6-081BBF98A16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83070" y="2773725"/>
                <a:ext cx="3158640" cy="9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Pismo odręczne 21">
                <a:extLst>
                  <a:ext uri="{FF2B5EF4-FFF2-40B4-BE49-F238E27FC236}">
                    <a16:creationId xmlns:a16="http://schemas.microsoft.com/office/drawing/2014/main" id="{0A2EE728-F079-9AC4-2E3F-B0AF3256DCF6}"/>
                  </a:ext>
                </a:extLst>
              </p14:cNvPr>
              <p14:cNvContentPartPr/>
              <p14:nvPr/>
            </p14:nvContentPartPr>
            <p14:xfrm>
              <a:off x="7894830" y="2313645"/>
              <a:ext cx="3002400" cy="982800"/>
            </p14:xfrm>
          </p:contentPart>
        </mc:Choice>
        <mc:Fallback xmlns="">
          <p:pic>
            <p:nvPicPr>
              <p:cNvPr id="22" name="Pismo odręczne 21">
                <a:extLst>
                  <a:ext uri="{FF2B5EF4-FFF2-40B4-BE49-F238E27FC236}">
                    <a16:creationId xmlns:a16="http://schemas.microsoft.com/office/drawing/2014/main" id="{0A2EE728-F079-9AC4-2E3F-B0AF3256DCF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88710" y="2307525"/>
                <a:ext cx="3014640" cy="9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Pismo odręczne 22">
                <a:extLst>
                  <a:ext uri="{FF2B5EF4-FFF2-40B4-BE49-F238E27FC236}">
                    <a16:creationId xmlns:a16="http://schemas.microsoft.com/office/drawing/2014/main" id="{9E9F98A4-F279-D329-9630-2C4132B87E48}"/>
                  </a:ext>
                </a:extLst>
              </p14:cNvPr>
              <p14:cNvContentPartPr/>
              <p14:nvPr/>
            </p14:nvContentPartPr>
            <p14:xfrm>
              <a:off x="4304550" y="5809245"/>
              <a:ext cx="1858680" cy="982800"/>
            </p14:xfrm>
          </p:contentPart>
        </mc:Choice>
        <mc:Fallback xmlns="">
          <p:pic>
            <p:nvPicPr>
              <p:cNvPr id="23" name="Pismo odręczne 22">
                <a:extLst>
                  <a:ext uri="{FF2B5EF4-FFF2-40B4-BE49-F238E27FC236}">
                    <a16:creationId xmlns:a16="http://schemas.microsoft.com/office/drawing/2014/main" id="{9E9F98A4-F279-D329-9630-2C4132B87E4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98430" y="5803125"/>
                <a:ext cx="1870920" cy="99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upa 26">
            <a:extLst>
              <a:ext uri="{FF2B5EF4-FFF2-40B4-BE49-F238E27FC236}">
                <a16:creationId xmlns:a16="http://schemas.microsoft.com/office/drawing/2014/main" id="{EA615CF8-B827-0471-DA56-4C34074FE200}"/>
              </a:ext>
            </a:extLst>
          </p:cNvPr>
          <p:cNvGrpSpPr/>
          <p:nvPr/>
        </p:nvGrpSpPr>
        <p:grpSpPr>
          <a:xfrm>
            <a:off x="3341910" y="5455725"/>
            <a:ext cx="840600" cy="1259640"/>
            <a:chOff x="3341910" y="5455725"/>
            <a:chExt cx="840600" cy="12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Pismo odręczne 23">
                  <a:extLst>
                    <a:ext uri="{FF2B5EF4-FFF2-40B4-BE49-F238E27FC236}">
                      <a16:creationId xmlns:a16="http://schemas.microsoft.com/office/drawing/2014/main" id="{E91FDC7A-11E9-0EB5-8646-912B4A2E4E35}"/>
                    </a:ext>
                  </a:extLst>
                </p14:cNvPr>
                <p14:cNvContentPartPr/>
                <p14:nvPr/>
              </p14:nvContentPartPr>
              <p14:xfrm>
                <a:off x="3341910" y="5818605"/>
                <a:ext cx="840600" cy="896760"/>
              </p14:xfrm>
            </p:contentPart>
          </mc:Choice>
          <mc:Fallback xmlns="">
            <p:pic>
              <p:nvPicPr>
                <p:cNvPr id="24" name="Pismo odręczne 23">
                  <a:extLst>
                    <a:ext uri="{FF2B5EF4-FFF2-40B4-BE49-F238E27FC236}">
                      <a16:creationId xmlns:a16="http://schemas.microsoft.com/office/drawing/2014/main" id="{E91FDC7A-11E9-0EB5-8646-912B4A2E4E3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35790" y="5812485"/>
                  <a:ext cx="852840" cy="90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Pismo odręczne 24">
                  <a:extLst>
                    <a:ext uri="{FF2B5EF4-FFF2-40B4-BE49-F238E27FC236}">
                      <a16:creationId xmlns:a16="http://schemas.microsoft.com/office/drawing/2014/main" id="{F99B0F8B-FDC5-4FF8-566D-61166CAF1714}"/>
                    </a:ext>
                  </a:extLst>
                </p14:cNvPr>
                <p14:cNvContentPartPr/>
                <p14:nvPr/>
              </p14:nvContentPartPr>
              <p14:xfrm>
                <a:off x="3619110" y="5455725"/>
                <a:ext cx="89280" cy="214560"/>
              </p14:xfrm>
            </p:contentPart>
          </mc:Choice>
          <mc:Fallback xmlns="">
            <p:pic>
              <p:nvPicPr>
                <p:cNvPr id="25" name="Pismo odręczne 24">
                  <a:extLst>
                    <a:ext uri="{FF2B5EF4-FFF2-40B4-BE49-F238E27FC236}">
                      <a16:creationId xmlns:a16="http://schemas.microsoft.com/office/drawing/2014/main" id="{F99B0F8B-FDC5-4FF8-566D-61166CAF171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612990" y="5449605"/>
                  <a:ext cx="1015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Pismo odręczne 25">
                  <a:extLst>
                    <a:ext uri="{FF2B5EF4-FFF2-40B4-BE49-F238E27FC236}">
                      <a16:creationId xmlns:a16="http://schemas.microsoft.com/office/drawing/2014/main" id="{D797D2E8-4E8E-52EE-626E-E8B091A23383}"/>
                    </a:ext>
                  </a:extLst>
                </p14:cNvPr>
                <p14:cNvContentPartPr/>
                <p14:nvPr/>
              </p14:nvContentPartPr>
              <p14:xfrm>
                <a:off x="3638190" y="5762085"/>
                <a:ext cx="360" cy="360"/>
              </p14:xfrm>
            </p:contentPart>
          </mc:Choice>
          <mc:Fallback xmlns="">
            <p:pic>
              <p:nvPicPr>
                <p:cNvPr id="26" name="Pismo odręczne 25">
                  <a:extLst>
                    <a:ext uri="{FF2B5EF4-FFF2-40B4-BE49-F238E27FC236}">
                      <a16:creationId xmlns:a16="http://schemas.microsoft.com/office/drawing/2014/main" id="{D797D2E8-4E8E-52EE-626E-E8B091A2338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32070" y="575596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upa 33">
            <a:extLst>
              <a:ext uri="{FF2B5EF4-FFF2-40B4-BE49-F238E27FC236}">
                <a16:creationId xmlns:a16="http://schemas.microsoft.com/office/drawing/2014/main" id="{B2844E8F-93C3-2373-13A7-4C516D2B17D3}"/>
              </a:ext>
            </a:extLst>
          </p:cNvPr>
          <p:cNvGrpSpPr/>
          <p:nvPr/>
        </p:nvGrpSpPr>
        <p:grpSpPr>
          <a:xfrm>
            <a:off x="4257030" y="5689725"/>
            <a:ext cx="155880" cy="326880"/>
            <a:chOff x="4257030" y="5689725"/>
            <a:chExt cx="15588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Pismo odręczne 29">
                  <a:extLst>
                    <a:ext uri="{FF2B5EF4-FFF2-40B4-BE49-F238E27FC236}">
                      <a16:creationId xmlns:a16="http://schemas.microsoft.com/office/drawing/2014/main" id="{B64C11CB-6AF6-E829-A838-F0F436D3B91F}"/>
                    </a:ext>
                  </a:extLst>
                </p14:cNvPr>
                <p14:cNvContentPartPr/>
                <p14:nvPr/>
              </p14:nvContentPartPr>
              <p14:xfrm>
                <a:off x="4257030" y="5838405"/>
                <a:ext cx="109440" cy="141840"/>
              </p14:xfrm>
            </p:contentPart>
          </mc:Choice>
          <mc:Fallback xmlns="">
            <p:pic>
              <p:nvPicPr>
                <p:cNvPr id="30" name="Pismo odręczne 29">
                  <a:extLst>
                    <a:ext uri="{FF2B5EF4-FFF2-40B4-BE49-F238E27FC236}">
                      <a16:creationId xmlns:a16="http://schemas.microsoft.com/office/drawing/2014/main" id="{B64C11CB-6AF6-E829-A838-F0F436D3B91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50910" y="5832285"/>
                  <a:ext cx="121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Pismo odręczne 30">
                  <a:extLst>
                    <a:ext uri="{FF2B5EF4-FFF2-40B4-BE49-F238E27FC236}">
                      <a16:creationId xmlns:a16="http://schemas.microsoft.com/office/drawing/2014/main" id="{0807EE39-DA47-E2DB-F03A-0D002D686B68}"/>
                    </a:ext>
                  </a:extLst>
                </p14:cNvPr>
                <p14:cNvContentPartPr/>
                <p14:nvPr/>
              </p14:nvContentPartPr>
              <p14:xfrm>
                <a:off x="4285830" y="5915805"/>
                <a:ext cx="124560" cy="100800"/>
              </p14:xfrm>
            </p:contentPart>
          </mc:Choice>
          <mc:Fallback xmlns="">
            <p:pic>
              <p:nvPicPr>
                <p:cNvPr id="31" name="Pismo odręczne 30">
                  <a:extLst>
                    <a:ext uri="{FF2B5EF4-FFF2-40B4-BE49-F238E27FC236}">
                      <a16:creationId xmlns:a16="http://schemas.microsoft.com/office/drawing/2014/main" id="{0807EE39-DA47-E2DB-F03A-0D002D686B6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79710" y="5909685"/>
                  <a:ext cx="136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2" name="Pismo odręczne 31">
                  <a:extLst>
                    <a:ext uri="{FF2B5EF4-FFF2-40B4-BE49-F238E27FC236}">
                      <a16:creationId xmlns:a16="http://schemas.microsoft.com/office/drawing/2014/main" id="{8AED313B-1D21-A374-C154-09B7BA45E30A}"/>
                    </a:ext>
                  </a:extLst>
                </p14:cNvPr>
                <p14:cNvContentPartPr/>
                <p14:nvPr/>
              </p14:nvContentPartPr>
              <p14:xfrm>
                <a:off x="4333350" y="5689725"/>
                <a:ext cx="79560" cy="81000"/>
              </p14:xfrm>
            </p:contentPart>
          </mc:Choice>
          <mc:Fallback xmlns="">
            <p:pic>
              <p:nvPicPr>
                <p:cNvPr id="32" name="Pismo odręczne 31">
                  <a:extLst>
                    <a:ext uri="{FF2B5EF4-FFF2-40B4-BE49-F238E27FC236}">
                      <a16:creationId xmlns:a16="http://schemas.microsoft.com/office/drawing/2014/main" id="{8AED313B-1D21-A374-C154-09B7BA45E30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27230" y="5683605"/>
                  <a:ext cx="918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Pismo odręczne 32">
                  <a:extLst>
                    <a:ext uri="{FF2B5EF4-FFF2-40B4-BE49-F238E27FC236}">
                      <a16:creationId xmlns:a16="http://schemas.microsoft.com/office/drawing/2014/main" id="{2A0F2C3C-50DB-C99E-F208-7837BC43DC76}"/>
                    </a:ext>
                  </a:extLst>
                </p14:cNvPr>
                <p14:cNvContentPartPr/>
                <p14:nvPr/>
              </p14:nvContentPartPr>
              <p14:xfrm>
                <a:off x="4380870" y="5819325"/>
                <a:ext cx="360" cy="2160"/>
              </p14:xfrm>
            </p:contentPart>
          </mc:Choice>
          <mc:Fallback xmlns="">
            <p:pic>
              <p:nvPicPr>
                <p:cNvPr id="33" name="Pismo odręczne 32">
                  <a:extLst>
                    <a:ext uri="{FF2B5EF4-FFF2-40B4-BE49-F238E27FC236}">
                      <a16:creationId xmlns:a16="http://schemas.microsoft.com/office/drawing/2014/main" id="{2A0F2C3C-50DB-C99E-F208-7837BC43DC7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74750" y="5813205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5" name="Pismo odręczne 34">
                <a:extLst>
                  <a:ext uri="{FF2B5EF4-FFF2-40B4-BE49-F238E27FC236}">
                    <a16:creationId xmlns:a16="http://schemas.microsoft.com/office/drawing/2014/main" id="{49FDC2DC-563A-B276-0097-B40B84B45443}"/>
                  </a:ext>
                </a:extLst>
              </p14:cNvPr>
              <p14:cNvContentPartPr/>
              <p14:nvPr/>
            </p14:nvContentPartPr>
            <p14:xfrm>
              <a:off x="1932510" y="1170285"/>
              <a:ext cx="1856160" cy="1362240"/>
            </p14:xfrm>
          </p:contentPart>
        </mc:Choice>
        <mc:Fallback xmlns="">
          <p:pic>
            <p:nvPicPr>
              <p:cNvPr id="35" name="Pismo odręczne 34">
                <a:extLst>
                  <a:ext uri="{FF2B5EF4-FFF2-40B4-BE49-F238E27FC236}">
                    <a16:creationId xmlns:a16="http://schemas.microsoft.com/office/drawing/2014/main" id="{49FDC2DC-563A-B276-0097-B40B84B4544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26390" y="1164165"/>
                <a:ext cx="1868400" cy="137448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ytuł 1">
            <a:extLst>
              <a:ext uri="{FF2B5EF4-FFF2-40B4-BE49-F238E27FC236}">
                <a16:creationId xmlns:a16="http://schemas.microsoft.com/office/drawing/2014/main" id="{D031F054-448B-2466-065A-7F7269A79224}"/>
              </a:ext>
            </a:extLst>
          </p:cNvPr>
          <p:cNvSpPr txBox="1">
            <a:spLocks/>
          </p:cNvSpPr>
          <p:nvPr/>
        </p:nvSpPr>
        <p:spPr>
          <a:xfrm>
            <a:off x="317446" y="3266925"/>
            <a:ext cx="2027789" cy="1734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 cap="none" dirty="0">
              <a:latin typeface="+mn-lt"/>
            </a:endParaRPr>
          </a:p>
          <a:p>
            <a:r>
              <a:rPr lang="pl-PL" sz="1800" cap="none" dirty="0">
                <a:latin typeface="+mn-lt"/>
              </a:rPr>
              <a:t>WIK, ZEG oraz FPS, PRP, KOS, MOC</a:t>
            </a:r>
            <a:endParaRPr lang="pl-PL" cap="none" dirty="0">
              <a:latin typeface="+mn-lt"/>
            </a:endParaRPr>
          </a:p>
          <a:p>
            <a:r>
              <a:rPr lang="pl-PL" sz="1800" cap="none" dirty="0">
                <a:latin typeface="+mn-lt"/>
              </a:rPr>
              <a:t>Trochę inaczej niż w Czekanowskim, bo 1 ugrupowanie nie łączy się z FPS, PRP bezpośrednio</a:t>
            </a:r>
          </a:p>
        </p:txBody>
      </p:sp>
    </p:spTree>
    <p:extLst>
      <p:ext uri="{BB962C8B-B14F-4D97-AF65-F5344CB8AC3E}">
        <p14:creationId xmlns:p14="http://schemas.microsoft.com/office/powerpoint/2010/main" val="3692509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381" y="219464"/>
            <a:ext cx="8970264" cy="753082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PCA – Mapa liniowa Obiektów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Pismo odręczne 9">
                <a:extLst>
                  <a:ext uri="{FF2B5EF4-FFF2-40B4-BE49-F238E27FC236}">
                    <a16:creationId xmlns:a16="http://schemas.microsoft.com/office/drawing/2014/main" id="{5EDED715-9A71-CB81-3547-E70EE23B0924}"/>
                  </a:ext>
                </a:extLst>
              </p14:cNvPr>
              <p14:cNvContentPartPr/>
              <p14:nvPr/>
            </p14:nvContentPartPr>
            <p14:xfrm>
              <a:off x="6222744" y="804456"/>
              <a:ext cx="360" cy="4535640"/>
            </p14:xfrm>
          </p:contentPart>
        </mc:Choice>
        <mc:Fallback xmlns="">
          <p:pic>
            <p:nvPicPr>
              <p:cNvPr id="10" name="Pismo odręczne 9">
                <a:extLst>
                  <a:ext uri="{FF2B5EF4-FFF2-40B4-BE49-F238E27FC236}">
                    <a16:creationId xmlns:a16="http://schemas.microsoft.com/office/drawing/2014/main" id="{5EDED715-9A71-CB81-3547-E70EE23B09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14104" y="795816"/>
                <a:ext cx="18000" cy="455328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00D4D21F-A78F-FEA9-83AE-AA56CC891BC7}"/>
              </a:ext>
            </a:extLst>
          </p:cNvPr>
          <p:cNvSpPr txBox="1"/>
          <p:nvPr/>
        </p:nvSpPr>
        <p:spPr>
          <a:xfrm>
            <a:off x="1647381" y="5406830"/>
            <a:ext cx="3255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Najbardziej popularny wśród użytkowników jest GTX1070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D3DDB9A-AB04-5372-27DE-3CF3A202D64B}"/>
              </a:ext>
            </a:extLst>
          </p:cNvPr>
          <p:cNvSpPr txBox="1"/>
          <p:nvPr/>
        </p:nvSpPr>
        <p:spPr>
          <a:xfrm>
            <a:off x="7449312" y="5406831"/>
            <a:ext cx="3255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Najbardziej wydajny jest RTX4090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3F3DD8C-DAE9-7011-DB3B-E2CE93104318}"/>
              </a:ext>
            </a:extLst>
          </p:cNvPr>
          <p:cNvSpPr txBox="1"/>
          <p:nvPr/>
        </p:nvSpPr>
        <p:spPr>
          <a:xfrm>
            <a:off x="1271268" y="6118441"/>
            <a:ext cx="9902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Na rynku dominuje GTX960M – wersja na laptopa (jako jedyna z tego zbioru obiektów) -&gt; Ludzie </a:t>
            </a:r>
            <a:r>
              <a:rPr lang="pl-PL" dirty="0" err="1"/>
              <a:t>kupujo</a:t>
            </a:r>
            <a:r>
              <a:rPr lang="pl-PL" dirty="0"/>
              <a:t> laptopy często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87AA564-96C3-F936-9F22-5C6177E70FFD}"/>
              </a:ext>
            </a:extLst>
          </p:cNvPr>
          <p:cNvSpPr txBox="1"/>
          <p:nvPr/>
        </p:nvSpPr>
        <p:spPr>
          <a:xfrm>
            <a:off x="5140389" y="5595644"/>
            <a:ext cx="198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rgbClr val="92D050"/>
                </a:solidFill>
              </a:rPr>
              <a:t>Wszystko zgodne</a:t>
            </a:r>
          </a:p>
        </p:txBody>
      </p:sp>
      <p:grpSp>
        <p:nvGrpSpPr>
          <p:cNvPr id="16" name="Grupa 15">
            <a:extLst>
              <a:ext uri="{FF2B5EF4-FFF2-40B4-BE49-F238E27FC236}">
                <a16:creationId xmlns:a16="http://schemas.microsoft.com/office/drawing/2014/main" id="{4868810B-1318-7E81-EE82-B6D0F3B4209D}"/>
              </a:ext>
            </a:extLst>
          </p:cNvPr>
          <p:cNvGrpSpPr/>
          <p:nvPr/>
        </p:nvGrpSpPr>
        <p:grpSpPr>
          <a:xfrm>
            <a:off x="6132513" y="804838"/>
            <a:ext cx="6059487" cy="4536711"/>
            <a:chOff x="6132513" y="804838"/>
            <a:chExt cx="6059487" cy="4536711"/>
          </a:xfrm>
        </p:grpSpPr>
        <p:pic>
          <p:nvPicPr>
            <p:cNvPr id="7" name="Obraz 6">
              <a:extLst>
                <a:ext uri="{FF2B5EF4-FFF2-40B4-BE49-F238E27FC236}">
                  <a16:creationId xmlns:a16="http://schemas.microsoft.com/office/drawing/2014/main" id="{98BEF45B-9569-380B-E6B1-BEE1FC751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32513" y="804838"/>
              <a:ext cx="6059487" cy="4536711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Pismo odręczne 8">
                  <a:extLst>
                    <a:ext uri="{FF2B5EF4-FFF2-40B4-BE49-F238E27FC236}">
                      <a16:creationId xmlns:a16="http://schemas.microsoft.com/office/drawing/2014/main" id="{7E89080B-CC2F-CF16-D8C0-0F65B4DDC927}"/>
                    </a:ext>
                  </a:extLst>
                </p14:cNvPr>
                <p14:cNvContentPartPr/>
                <p14:nvPr/>
              </p14:nvContentPartPr>
              <p14:xfrm>
                <a:off x="8401824" y="2662416"/>
                <a:ext cx="1592640" cy="867600"/>
              </p14:xfrm>
            </p:contentPart>
          </mc:Choice>
          <mc:Fallback xmlns="">
            <p:pic>
              <p:nvPicPr>
                <p:cNvPr id="9" name="Pismo odręczne 8">
                  <a:extLst>
                    <a:ext uri="{FF2B5EF4-FFF2-40B4-BE49-F238E27FC236}">
                      <a16:creationId xmlns:a16="http://schemas.microsoft.com/office/drawing/2014/main" id="{7E89080B-CC2F-CF16-D8C0-0F65B4DDC9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95704" y="2656296"/>
                  <a:ext cx="1604880" cy="87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upa 23">
            <a:extLst>
              <a:ext uri="{FF2B5EF4-FFF2-40B4-BE49-F238E27FC236}">
                <a16:creationId xmlns:a16="http://schemas.microsoft.com/office/drawing/2014/main" id="{58D00FB4-B607-2E8C-1516-D6B09A55636F}"/>
              </a:ext>
            </a:extLst>
          </p:cNvPr>
          <p:cNvGrpSpPr/>
          <p:nvPr/>
        </p:nvGrpSpPr>
        <p:grpSpPr>
          <a:xfrm>
            <a:off x="0" y="804839"/>
            <a:ext cx="6210850" cy="4536711"/>
            <a:chOff x="0" y="804839"/>
            <a:chExt cx="6210850" cy="4536711"/>
          </a:xfrm>
        </p:grpSpPr>
        <p:grpSp>
          <p:nvGrpSpPr>
            <p:cNvPr id="14" name="Grupa 13">
              <a:extLst>
                <a:ext uri="{FF2B5EF4-FFF2-40B4-BE49-F238E27FC236}">
                  <a16:creationId xmlns:a16="http://schemas.microsoft.com/office/drawing/2014/main" id="{C6846DF3-B674-8A76-812F-8A014BE5CB30}"/>
                </a:ext>
              </a:extLst>
            </p:cNvPr>
            <p:cNvGrpSpPr/>
            <p:nvPr/>
          </p:nvGrpSpPr>
          <p:grpSpPr>
            <a:xfrm>
              <a:off x="0" y="804839"/>
              <a:ext cx="6210850" cy="4536711"/>
              <a:chOff x="0" y="804839"/>
              <a:chExt cx="6210850" cy="4536711"/>
            </a:xfrm>
          </p:grpSpPr>
          <p:pic>
            <p:nvPicPr>
              <p:cNvPr id="4" name="Obraz 3">
                <a:extLst>
                  <a:ext uri="{FF2B5EF4-FFF2-40B4-BE49-F238E27FC236}">
                    <a16:creationId xmlns:a16="http://schemas.microsoft.com/office/drawing/2014/main" id="{D541E2BD-4A73-0CA8-9108-684E139467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804839"/>
                <a:ext cx="6210850" cy="4536711"/>
              </a:xfrm>
              <a:prstGeom prst="rect">
                <a:avLst/>
              </a:prstGeom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8" name="Pismo odręczne 7">
                    <a:extLst>
                      <a:ext uri="{FF2B5EF4-FFF2-40B4-BE49-F238E27FC236}">
                        <a16:creationId xmlns:a16="http://schemas.microsoft.com/office/drawing/2014/main" id="{E60B9325-72A7-5B27-0447-39B99E61AA7A}"/>
                      </a:ext>
                    </a:extLst>
                  </p14:cNvPr>
                  <p14:cNvContentPartPr/>
                  <p14:nvPr/>
                </p14:nvContentPartPr>
                <p14:xfrm>
                  <a:off x="2301984" y="2495376"/>
                  <a:ext cx="1567800" cy="825120"/>
                </p14:xfrm>
              </p:contentPart>
            </mc:Choice>
            <mc:Fallback xmlns="">
              <p:pic>
                <p:nvPicPr>
                  <p:cNvPr id="8" name="Pismo odręczne 7">
                    <a:extLst>
                      <a:ext uri="{FF2B5EF4-FFF2-40B4-BE49-F238E27FC236}">
                        <a16:creationId xmlns:a16="http://schemas.microsoft.com/office/drawing/2014/main" id="{E60B9325-72A7-5B27-0447-39B99E61AA7A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2295863" y="2489256"/>
                    <a:ext cx="1580043" cy="83736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13" name="pole tekstowe 12">
              <a:extLst>
                <a:ext uri="{FF2B5EF4-FFF2-40B4-BE49-F238E27FC236}">
                  <a16:creationId xmlns:a16="http://schemas.microsoft.com/office/drawing/2014/main" id="{C9240400-5CEA-A88A-C68C-56C3E75ECDE2}"/>
                </a:ext>
              </a:extLst>
            </p:cNvPr>
            <p:cNvSpPr txBox="1"/>
            <p:nvPr/>
          </p:nvSpPr>
          <p:spPr>
            <a:xfrm>
              <a:off x="3018191" y="4372053"/>
              <a:ext cx="2640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 err="1">
                  <a:solidFill>
                    <a:schemeClr val="bg1"/>
                  </a:solidFill>
                </a:rPr>
                <a:t>RTXy</a:t>
              </a:r>
              <a:r>
                <a:rPr lang="pl-PL" dirty="0">
                  <a:solidFill>
                    <a:schemeClr val="bg1"/>
                  </a:solidFill>
                </a:rPr>
                <a:t> grupują się co nie jest zaskoczeniem</a:t>
              </a:r>
            </a:p>
          </p:txBody>
        </p:sp>
        <p:grpSp>
          <p:nvGrpSpPr>
            <p:cNvPr id="19" name="Grupa 18">
              <a:extLst>
                <a:ext uri="{FF2B5EF4-FFF2-40B4-BE49-F238E27FC236}">
                  <a16:creationId xmlns:a16="http://schemas.microsoft.com/office/drawing/2014/main" id="{65AC7044-7E6C-13AC-298F-70ED013DF826}"/>
                </a:ext>
              </a:extLst>
            </p:cNvPr>
            <p:cNvGrpSpPr/>
            <p:nvPr/>
          </p:nvGrpSpPr>
          <p:grpSpPr>
            <a:xfrm>
              <a:off x="3808830" y="2893245"/>
              <a:ext cx="1345320" cy="1070640"/>
              <a:chOff x="3808830" y="2893245"/>
              <a:chExt cx="1345320" cy="1070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7" name="Pismo odręczne 16">
                    <a:extLst>
                      <a:ext uri="{FF2B5EF4-FFF2-40B4-BE49-F238E27FC236}">
                        <a16:creationId xmlns:a16="http://schemas.microsoft.com/office/drawing/2014/main" id="{0C0F9A03-080D-B649-F3BD-DBEB89146EB8}"/>
                      </a:ext>
                    </a:extLst>
                  </p14:cNvPr>
                  <p14:cNvContentPartPr/>
                  <p14:nvPr/>
                </p14:nvContentPartPr>
                <p14:xfrm>
                  <a:off x="3808830" y="2893245"/>
                  <a:ext cx="754560" cy="517320"/>
                </p14:xfrm>
              </p:contentPart>
            </mc:Choice>
            <mc:Fallback xmlns="">
              <p:pic>
                <p:nvPicPr>
                  <p:cNvPr id="17" name="Pismo odręczne 16">
                    <a:extLst>
                      <a:ext uri="{FF2B5EF4-FFF2-40B4-BE49-F238E27FC236}">
                        <a16:creationId xmlns:a16="http://schemas.microsoft.com/office/drawing/2014/main" id="{0C0F9A03-080D-B649-F3BD-DBEB89146EB8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3802710" y="2887125"/>
                    <a:ext cx="766800" cy="529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8" name="Pismo odręczne 17">
                    <a:extLst>
                      <a:ext uri="{FF2B5EF4-FFF2-40B4-BE49-F238E27FC236}">
                        <a16:creationId xmlns:a16="http://schemas.microsoft.com/office/drawing/2014/main" id="{4BEC45B6-C9B1-1066-26C0-FB8DDD37E374}"/>
                      </a:ext>
                    </a:extLst>
                  </p14:cNvPr>
                  <p14:cNvContentPartPr/>
                  <p14:nvPr/>
                </p14:nvContentPartPr>
                <p14:xfrm>
                  <a:off x="4156230" y="3351885"/>
                  <a:ext cx="997920" cy="612000"/>
                </p14:xfrm>
              </p:contentPart>
            </mc:Choice>
            <mc:Fallback xmlns="">
              <p:pic>
                <p:nvPicPr>
                  <p:cNvPr id="18" name="Pismo odręczne 17">
                    <a:extLst>
                      <a:ext uri="{FF2B5EF4-FFF2-40B4-BE49-F238E27FC236}">
                        <a16:creationId xmlns:a16="http://schemas.microsoft.com/office/drawing/2014/main" id="{4BEC45B6-C9B1-1066-26C0-FB8DDD37E374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4150110" y="3345765"/>
                    <a:ext cx="1010160" cy="6242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2" name="Grupa 21">
            <a:extLst>
              <a:ext uri="{FF2B5EF4-FFF2-40B4-BE49-F238E27FC236}">
                <a16:creationId xmlns:a16="http://schemas.microsoft.com/office/drawing/2014/main" id="{9EA2CA9A-354C-826B-0BF8-5802B18D0C4B}"/>
              </a:ext>
            </a:extLst>
          </p:cNvPr>
          <p:cNvGrpSpPr/>
          <p:nvPr/>
        </p:nvGrpSpPr>
        <p:grpSpPr>
          <a:xfrm>
            <a:off x="10047990" y="2990445"/>
            <a:ext cx="1255320" cy="781920"/>
            <a:chOff x="10047990" y="2990445"/>
            <a:chExt cx="1255320" cy="78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Pismo odręczne 19">
                  <a:extLst>
                    <a:ext uri="{FF2B5EF4-FFF2-40B4-BE49-F238E27FC236}">
                      <a16:creationId xmlns:a16="http://schemas.microsoft.com/office/drawing/2014/main" id="{51460D20-56BC-1603-DB32-C88EC4DEAFBB}"/>
                    </a:ext>
                  </a:extLst>
                </p14:cNvPr>
                <p14:cNvContentPartPr/>
                <p14:nvPr/>
              </p14:nvContentPartPr>
              <p14:xfrm>
                <a:off x="10047990" y="3361245"/>
                <a:ext cx="762480" cy="411120"/>
              </p14:xfrm>
            </p:contentPart>
          </mc:Choice>
          <mc:Fallback xmlns="">
            <p:pic>
              <p:nvPicPr>
                <p:cNvPr id="20" name="Pismo odręczne 19">
                  <a:extLst>
                    <a:ext uri="{FF2B5EF4-FFF2-40B4-BE49-F238E27FC236}">
                      <a16:creationId xmlns:a16="http://schemas.microsoft.com/office/drawing/2014/main" id="{51460D20-56BC-1603-DB32-C88EC4DEAFB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41870" y="3355125"/>
                  <a:ext cx="7747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Pismo odręczne 20">
                  <a:extLst>
                    <a:ext uri="{FF2B5EF4-FFF2-40B4-BE49-F238E27FC236}">
                      <a16:creationId xmlns:a16="http://schemas.microsoft.com/office/drawing/2014/main" id="{89BAFE1F-F560-6284-EAE5-69D51D982E5F}"/>
                    </a:ext>
                  </a:extLst>
                </p14:cNvPr>
                <p14:cNvContentPartPr/>
                <p14:nvPr/>
              </p14:nvContentPartPr>
              <p14:xfrm>
                <a:off x="10476390" y="2990445"/>
                <a:ext cx="826920" cy="534960"/>
              </p14:xfrm>
            </p:contentPart>
          </mc:Choice>
          <mc:Fallback xmlns="">
            <p:pic>
              <p:nvPicPr>
                <p:cNvPr id="21" name="Pismo odręczne 20">
                  <a:extLst>
                    <a:ext uri="{FF2B5EF4-FFF2-40B4-BE49-F238E27FC236}">
                      <a16:creationId xmlns:a16="http://schemas.microsoft.com/office/drawing/2014/main" id="{89BAFE1F-F560-6284-EAE5-69D51D982E5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470270" y="2984325"/>
                  <a:ext cx="839160" cy="547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53223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381" y="219464"/>
            <a:ext cx="8970264" cy="753082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PCA – Mapa liniowa Obiektów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8C509EB0-FF0C-AD80-D6A0-6C4FAE45B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99" y="950046"/>
            <a:ext cx="6980828" cy="590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6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381" y="219464"/>
            <a:ext cx="8970264" cy="753082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Duży Czekanowski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Pismo odręczne 32">
                <a:extLst>
                  <a:ext uri="{FF2B5EF4-FFF2-40B4-BE49-F238E27FC236}">
                    <a16:creationId xmlns:a16="http://schemas.microsoft.com/office/drawing/2014/main" id="{BFFFA651-6E06-FAF0-088A-FBAA6CBC8089}"/>
                  </a:ext>
                </a:extLst>
              </p14:cNvPr>
              <p14:cNvContentPartPr/>
              <p14:nvPr/>
            </p14:nvContentPartPr>
            <p14:xfrm>
              <a:off x="2030322" y="5076060"/>
              <a:ext cx="1076040" cy="68400"/>
            </p14:xfrm>
          </p:contentPart>
        </mc:Choice>
        <mc:Fallback xmlns="">
          <p:pic>
            <p:nvPicPr>
              <p:cNvPr id="33" name="Pismo odręczne 32">
                <a:extLst>
                  <a:ext uri="{FF2B5EF4-FFF2-40B4-BE49-F238E27FC236}">
                    <a16:creationId xmlns:a16="http://schemas.microsoft.com/office/drawing/2014/main" id="{BFFFA651-6E06-FAF0-088A-FBAA6CBC80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6682" y="4968060"/>
                <a:ext cx="1183680" cy="28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upa 36">
            <a:extLst>
              <a:ext uri="{FF2B5EF4-FFF2-40B4-BE49-F238E27FC236}">
                <a16:creationId xmlns:a16="http://schemas.microsoft.com/office/drawing/2014/main" id="{67E23B81-A7B5-544B-327B-EFE6F484C847}"/>
              </a:ext>
            </a:extLst>
          </p:cNvPr>
          <p:cNvGrpSpPr/>
          <p:nvPr/>
        </p:nvGrpSpPr>
        <p:grpSpPr>
          <a:xfrm>
            <a:off x="0" y="1117336"/>
            <a:ext cx="12192000" cy="4623328"/>
            <a:chOff x="0" y="1117336"/>
            <a:chExt cx="12192000" cy="4623328"/>
          </a:xfrm>
        </p:grpSpPr>
        <p:pic>
          <p:nvPicPr>
            <p:cNvPr id="8" name="Obraz 7">
              <a:extLst>
                <a:ext uri="{FF2B5EF4-FFF2-40B4-BE49-F238E27FC236}">
                  <a16:creationId xmlns:a16="http://schemas.microsoft.com/office/drawing/2014/main" id="{5ECFF2C2-1906-A62B-3175-CEAD724DC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117336"/>
              <a:ext cx="12192000" cy="4623328"/>
            </a:xfrm>
            <a:prstGeom prst="rect">
              <a:avLst/>
            </a:prstGeom>
          </p:spPr>
        </p:pic>
        <p:grpSp>
          <p:nvGrpSpPr>
            <p:cNvPr id="29" name="Grupa 28">
              <a:extLst>
                <a:ext uri="{FF2B5EF4-FFF2-40B4-BE49-F238E27FC236}">
                  <a16:creationId xmlns:a16="http://schemas.microsoft.com/office/drawing/2014/main" id="{A51158FF-B0DB-5047-DBF0-F77ED71AB26E}"/>
                </a:ext>
              </a:extLst>
            </p:cNvPr>
            <p:cNvGrpSpPr/>
            <p:nvPr/>
          </p:nvGrpSpPr>
          <p:grpSpPr>
            <a:xfrm>
              <a:off x="3273264" y="3547296"/>
              <a:ext cx="1959986" cy="472304"/>
              <a:chOff x="3273264" y="3547296"/>
              <a:chExt cx="1959986" cy="472304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6" name="Pismo odręczne 15">
                    <a:extLst>
                      <a:ext uri="{FF2B5EF4-FFF2-40B4-BE49-F238E27FC236}">
                        <a16:creationId xmlns:a16="http://schemas.microsoft.com/office/drawing/2014/main" id="{DE11C394-4877-7941-CADC-6B090102EE41}"/>
                      </a:ext>
                    </a:extLst>
                  </p14:cNvPr>
                  <p14:cNvContentPartPr/>
                  <p14:nvPr/>
                </p14:nvContentPartPr>
                <p14:xfrm>
                  <a:off x="3273264" y="3784536"/>
                  <a:ext cx="321120" cy="10080"/>
                </p14:xfrm>
              </p:contentPart>
            </mc:Choice>
            <mc:Fallback xmlns="">
              <p:pic>
                <p:nvPicPr>
                  <p:cNvPr id="16" name="Pismo odręczne 15">
                    <a:extLst>
                      <a:ext uri="{FF2B5EF4-FFF2-40B4-BE49-F238E27FC236}">
                        <a16:creationId xmlns:a16="http://schemas.microsoft.com/office/drawing/2014/main" id="{DE11C394-4877-7941-CADC-6B090102EE41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267144" y="3778416"/>
                    <a:ext cx="333360" cy="22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7" name="Pismo odręczne 16">
                    <a:extLst>
                      <a:ext uri="{FF2B5EF4-FFF2-40B4-BE49-F238E27FC236}">
                        <a16:creationId xmlns:a16="http://schemas.microsoft.com/office/drawing/2014/main" id="{F3869222-DC33-4949-E9C2-A4C001DDC63A}"/>
                      </a:ext>
                    </a:extLst>
                  </p14:cNvPr>
                  <p14:cNvContentPartPr/>
                  <p14:nvPr/>
                </p14:nvContentPartPr>
                <p14:xfrm>
                  <a:off x="3520224" y="3648096"/>
                  <a:ext cx="9720" cy="229680"/>
                </p14:xfrm>
              </p:contentPart>
            </mc:Choice>
            <mc:Fallback xmlns="">
              <p:pic>
                <p:nvPicPr>
                  <p:cNvPr id="17" name="Pismo odręczne 16">
                    <a:extLst>
                      <a:ext uri="{FF2B5EF4-FFF2-40B4-BE49-F238E27FC236}">
                        <a16:creationId xmlns:a16="http://schemas.microsoft.com/office/drawing/2014/main" id="{F3869222-DC33-4949-E9C2-A4C001DDC63A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3514104" y="3641976"/>
                    <a:ext cx="21960" cy="241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8" name="Pismo odręczne 17">
                    <a:extLst>
                      <a:ext uri="{FF2B5EF4-FFF2-40B4-BE49-F238E27FC236}">
                        <a16:creationId xmlns:a16="http://schemas.microsoft.com/office/drawing/2014/main" id="{2C0261C2-B5D1-1625-F5DD-0A98CD40C72F}"/>
                      </a:ext>
                    </a:extLst>
                  </p14:cNvPr>
                  <p14:cNvContentPartPr/>
                  <p14:nvPr/>
                </p14:nvContentPartPr>
                <p14:xfrm>
                  <a:off x="3721824" y="3638016"/>
                  <a:ext cx="190440" cy="239400"/>
                </p14:xfrm>
              </p:contentPart>
            </mc:Choice>
            <mc:Fallback xmlns="">
              <p:pic>
                <p:nvPicPr>
                  <p:cNvPr id="18" name="Pismo odręczne 17">
                    <a:extLst>
                      <a:ext uri="{FF2B5EF4-FFF2-40B4-BE49-F238E27FC236}">
                        <a16:creationId xmlns:a16="http://schemas.microsoft.com/office/drawing/2014/main" id="{2C0261C2-B5D1-1625-F5DD-0A98CD40C72F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3715704" y="3631896"/>
                    <a:ext cx="202680" cy="251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9" name="Pismo odręczne 18">
                    <a:extLst>
                      <a:ext uri="{FF2B5EF4-FFF2-40B4-BE49-F238E27FC236}">
                        <a16:creationId xmlns:a16="http://schemas.microsoft.com/office/drawing/2014/main" id="{00992E2C-4D54-52DD-9635-D943F50C7EE1}"/>
                      </a:ext>
                    </a:extLst>
                  </p14:cNvPr>
                  <p14:cNvContentPartPr/>
                  <p14:nvPr/>
                </p14:nvContentPartPr>
                <p14:xfrm>
                  <a:off x="3986424" y="3639096"/>
                  <a:ext cx="10080" cy="256680"/>
                </p14:xfrm>
              </p:contentPart>
            </mc:Choice>
            <mc:Fallback xmlns="">
              <p:pic>
                <p:nvPicPr>
                  <p:cNvPr id="19" name="Pismo odręczne 18">
                    <a:extLst>
                      <a:ext uri="{FF2B5EF4-FFF2-40B4-BE49-F238E27FC236}">
                        <a16:creationId xmlns:a16="http://schemas.microsoft.com/office/drawing/2014/main" id="{00992E2C-4D54-52DD-9635-D943F50C7EE1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3980304" y="3632976"/>
                    <a:ext cx="22320" cy="268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20" name="Pismo odręczne 19">
                    <a:extLst>
                      <a:ext uri="{FF2B5EF4-FFF2-40B4-BE49-F238E27FC236}">
                        <a16:creationId xmlns:a16="http://schemas.microsoft.com/office/drawing/2014/main" id="{04AC97EB-9601-B515-DCAD-F5AE9DF37F3F}"/>
                      </a:ext>
                    </a:extLst>
                  </p14:cNvPr>
                  <p14:cNvContentPartPr/>
                  <p14:nvPr/>
                </p14:nvContentPartPr>
                <p14:xfrm>
                  <a:off x="3912984" y="3620376"/>
                  <a:ext cx="227880" cy="37440"/>
                </p14:xfrm>
              </p:contentPart>
            </mc:Choice>
            <mc:Fallback xmlns="">
              <p:pic>
                <p:nvPicPr>
                  <p:cNvPr id="20" name="Pismo odręczne 19">
                    <a:extLst>
                      <a:ext uri="{FF2B5EF4-FFF2-40B4-BE49-F238E27FC236}">
                        <a16:creationId xmlns:a16="http://schemas.microsoft.com/office/drawing/2014/main" id="{04AC97EB-9601-B515-DCAD-F5AE9DF37F3F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3906864" y="3614256"/>
                    <a:ext cx="240120" cy="49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21" name="Pismo odręczne 20">
                    <a:extLst>
                      <a:ext uri="{FF2B5EF4-FFF2-40B4-BE49-F238E27FC236}">
                        <a16:creationId xmlns:a16="http://schemas.microsoft.com/office/drawing/2014/main" id="{10A171BE-9321-24DA-AD81-AC1FAFF0E107}"/>
                      </a:ext>
                    </a:extLst>
                  </p14:cNvPr>
                  <p14:cNvContentPartPr/>
                  <p14:nvPr/>
                </p14:nvContentPartPr>
                <p14:xfrm>
                  <a:off x="4160304" y="3620736"/>
                  <a:ext cx="154800" cy="237240"/>
                </p14:xfrm>
              </p:contentPart>
            </mc:Choice>
            <mc:Fallback xmlns="">
              <p:pic>
                <p:nvPicPr>
                  <p:cNvPr id="21" name="Pismo odręczne 20">
                    <a:extLst>
                      <a:ext uri="{FF2B5EF4-FFF2-40B4-BE49-F238E27FC236}">
                        <a16:creationId xmlns:a16="http://schemas.microsoft.com/office/drawing/2014/main" id="{10A171BE-9321-24DA-AD81-AC1FAFF0E107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4154184" y="3614616"/>
                    <a:ext cx="167040" cy="249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22" name="Pismo odręczne 21">
                    <a:extLst>
                      <a:ext uri="{FF2B5EF4-FFF2-40B4-BE49-F238E27FC236}">
                        <a16:creationId xmlns:a16="http://schemas.microsoft.com/office/drawing/2014/main" id="{C972E14F-02A0-F33B-828C-7D75E112238A}"/>
                      </a:ext>
                    </a:extLst>
                  </p14:cNvPr>
                  <p14:cNvContentPartPr/>
                  <p14:nvPr/>
                </p14:nvContentPartPr>
                <p14:xfrm>
                  <a:off x="4123584" y="3547296"/>
                  <a:ext cx="275040" cy="293040"/>
                </p14:xfrm>
              </p:contentPart>
            </mc:Choice>
            <mc:Fallback xmlns="">
              <p:pic>
                <p:nvPicPr>
                  <p:cNvPr id="22" name="Pismo odręczne 21">
                    <a:extLst>
                      <a:ext uri="{FF2B5EF4-FFF2-40B4-BE49-F238E27FC236}">
                        <a16:creationId xmlns:a16="http://schemas.microsoft.com/office/drawing/2014/main" id="{C972E14F-02A0-F33B-828C-7D75E112238A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4117464" y="3541176"/>
                    <a:ext cx="287280" cy="305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25" name="Pismo odręczne 24">
                    <a:extLst>
                      <a:ext uri="{FF2B5EF4-FFF2-40B4-BE49-F238E27FC236}">
                        <a16:creationId xmlns:a16="http://schemas.microsoft.com/office/drawing/2014/main" id="{D11ED94A-2F40-BC31-4F09-C9ED61DC035F}"/>
                      </a:ext>
                    </a:extLst>
                  </p14:cNvPr>
                  <p14:cNvContentPartPr/>
                  <p14:nvPr/>
                </p14:nvContentPartPr>
                <p14:xfrm>
                  <a:off x="4450970" y="3595160"/>
                  <a:ext cx="143640" cy="342360"/>
                </p14:xfrm>
              </p:contentPart>
            </mc:Choice>
            <mc:Fallback xmlns="">
              <p:pic>
                <p:nvPicPr>
                  <p:cNvPr id="25" name="Pismo odręczne 24">
                    <a:extLst>
                      <a:ext uri="{FF2B5EF4-FFF2-40B4-BE49-F238E27FC236}">
                        <a16:creationId xmlns:a16="http://schemas.microsoft.com/office/drawing/2014/main" id="{D11ED94A-2F40-BC31-4F09-C9ED61DC035F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4444850" y="3589040"/>
                    <a:ext cx="155880" cy="354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26" name="Pismo odręczne 25">
                    <a:extLst>
                      <a:ext uri="{FF2B5EF4-FFF2-40B4-BE49-F238E27FC236}">
                        <a16:creationId xmlns:a16="http://schemas.microsoft.com/office/drawing/2014/main" id="{AF7FC56F-190C-D1AC-D089-0AE25F5BE905}"/>
                      </a:ext>
                    </a:extLst>
                  </p14:cNvPr>
                  <p14:cNvContentPartPr/>
                  <p14:nvPr/>
                </p14:nvContentPartPr>
                <p14:xfrm>
                  <a:off x="4691810" y="3637640"/>
                  <a:ext cx="158040" cy="286920"/>
                </p14:xfrm>
              </p:contentPart>
            </mc:Choice>
            <mc:Fallback xmlns="">
              <p:pic>
                <p:nvPicPr>
                  <p:cNvPr id="26" name="Pismo odręczne 25">
                    <a:extLst>
                      <a:ext uri="{FF2B5EF4-FFF2-40B4-BE49-F238E27FC236}">
                        <a16:creationId xmlns:a16="http://schemas.microsoft.com/office/drawing/2014/main" id="{AF7FC56F-190C-D1AC-D089-0AE25F5BE905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685690" y="3631520"/>
                    <a:ext cx="170280" cy="299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27" name="Pismo odręczne 26">
                    <a:extLst>
                      <a:ext uri="{FF2B5EF4-FFF2-40B4-BE49-F238E27FC236}">
                        <a16:creationId xmlns:a16="http://schemas.microsoft.com/office/drawing/2014/main" id="{27B74A80-D22D-5FFC-58E5-296E9EBF0DFD}"/>
                      </a:ext>
                    </a:extLst>
                  </p14:cNvPr>
                  <p14:cNvContentPartPr/>
                  <p14:nvPr/>
                </p14:nvContentPartPr>
                <p14:xfrm>
                  <a:off x="4902410" y="3627560"/>
                  <a:ext cx="96480" cy="392040"/>
                </p14:xfrm>
              </p:contentPart>
            </mc:Choice>
            <mc:Fallback xmlns="">
              <p:pic>
                <p:nvPicPr>
                  <p:cNvPr id="27" name="Pismo odręczne 26">
                    <a:extLst>
                      <a:ext uri="{FF2B5EF4-FFF2-40B4-BE49-F238E27FC236}">
                        <a16:creationId xmlns:a16="http://schemas.microsoft.com/office/drawing/2014/main" id="{27B74A80-D22D-5FFC-58E5-296E9EBF0DFD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4896290" y="3621440"/>
                    <a:ext cx="108720" cy="40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8" name="Pismo odręczne 27">
                    <a:extLst>
                      <a:ext uri="{FF2B5EF4-FFF2-40B4-BE49-F238E27FC236}">
                        <a16:creationId xmlns:a16="http://schemas.microsoft.com/office/drawing/2014/main" id="{05BC133B-C178-A61C-F2B2-2C636A9898C4}"/>
                      </a:ext>
                    </a:extLst>
                  </p14:cNvPr>
                  <p14:cNvContentPartPr/>
                  <p14:nvPr/>
                </p14:nvContentPartPr>
                <p14:xfrm>
                  <a:off x="5084930" y="3638000"/>
                  <a:ext cx="148320" cy="355680"/>
                </p14:xfrm>
              </p:contentPart>
            </mc:Choice>
            <mc:Fallback xmlns="">
              <p:pic>
                <p:nvPicPr>
                  <p:cNvPr id="28" name="Pismo odręczne 27">
                    <a:extLst>
                      <a:ext uri="{FF2B5EF4-FFF2-40B4-BE49-F238E27FC236}">
                        <a16:creationId xmlns:a16="http://schemas.microsoft.com/office/drawing/2014/main" id="{05BC133B-C178-A61C-F2B2-2C636A9898C4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5078810" y="3631880"/>
                    <a:ext cx="160560" cy="3679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1" name="Pismo odręczne 30">
                  <a:extLst>
                    <a:ext uri="{FF2B5EF4-FFF2-40B4-BE49-F238E27FC236}">
                      <a16:creationId xmlns:a16="http://schemas.microsoft.com/office/drawing/2014/main" id="{0B2CF311-8ECE-708A-CB81-9581C84D9DA1}"/>
                    </a:ext>
                  </a:extLst>
                </p14:cNvPr>
                <p14:cNvContentPartPr/>
                <p14:nvPr/>
              </p14:nvContentPartPr>
              <p14:xfrm>
                <a:off x="494670" y="4457445"/>
                <a:ext cx="323280" cy="29160"/>
              </p14:xfrm>
            </p:contentPart>
          </mc:Choice>
          <mc:Fallback xmlns="">
            <p:pic>
              <p:nvPicPr>
                <p:cNvPr id="31" name="Pismo odręczne 30">
                  <a:extLst>
                    <a:ext uri="{FF2B5EF4-FFF2-40B4-BE49-F238E27FC236}">
                      <a16:creationId xmlns:a16="http://schemas.microsoft.com/office/drawing/2014/main" id="{0B2CF311-8ECE-708A-CB81-9581C84D9DA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1030" y="4349445"/>
                  <a:ext cx="430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Pismo odręczne 31">
                  <a:extLst>
                    <a:ext uri="{FF2B5EF4-FFF2-40B4-BE49-F238E27FC236}">
                      <a16:creationId xmlns:a16="http://schemas.microsoft.com/office/drawing/2014/main" id="{AF741DA3-BCC3-C989-F0AF-C654A7A03F6C}"/>
                    </a:ext>
                  </a:extLst>
                </p14:cNvPr>
                <p14:cNvContentPartPr/>
                <p14:nvPr/>
              </p14:nvContentPartPr>
              <p14:xfrm>
                <a:off x="10867710" y="1447485"/>
                <a:ext cx="427680" cy="10080"/>
              </p14:xfrm>
            </p:contentPart>
          </mc:Choice>
          <mc:Fallback xmlns="">
            <p:pic>
              <p:nvPicPr>
                <p:cNvPr id="32" name="Pismo odręczne 31">
                  <a:extLst>
                    <a:ext uri="{FF2B5EF4-FFF2-40B4-BE49-F238E27FC236}">
                      <a16:creationId xmlns:a16="http://schemas.microsoft.com/office/drawing/2014/main" id="{AF741DA3-BCC3-C989-F0AF-C654A7A03F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814070" y="1339845"/>
                  <a:ext cx="535320" cy="225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4" name="pole tekstowe 33">
              <a:extLst>
                <a:ext uri="{FF2B5EF4-FFF2-40B4-BE49-F238E27FC236}">
                  <a16:creationId xmlns:a16="http://schemas.microsoft.com/office/drawing/2014/main" id="{02B831DB-E5FF-A545-B880-E47789432DFD}"/>
                </a:ext>
              </a:extLst>
            </p:cNvPr>
            <p:cNvSpPr txBox="1"/>
            <p:nvPr/>
          </p:nvSpPr>
          <p:spPr>
            <a:xfrm>
              <a:off x="2030322" y="4945933"/>
              <a:ext cx="29992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>
                  <a:solidFill>
                    <a:schemeClr val="bg1"/>
                  </a:solidFill>
                </a:rPr>
                <a:t>RTX4090 – najmocniejsza karta nie ma sobie równych</a:t>
              </a:r>
            </a:p>
          </p:txBody>
        </p:sp>
        <p:grpSp>
          <p:nvGrpSpPr>
            <p:cNvPr id="36" name="Grupa 35">
              <a:extLst>
                <a:ext uri="{FF2B5EF4-FFF2-40B4-BE49-F238E27FC236}">
                  <a16:creationId xmlns:a16="http://schemas.microsoft.com/office/drawing/2014/main" id="{2D1D1C68-036F-B4CC-9D29-95B3672C947D}"/>
                </a:ext>
              </a:extLst>
            </p:cNvPr>
            <p:cNvGrpSpPr/>
            <p:nvPr/>
          </p:nvGrpSpPr>
          <p:grpSpPr>
            <a:xfrm>
              <a:off x="1716984" y="1508256"/>
              <a:ext cx="3530160" cy="1898507"/>
              <a:chOff x="1716984" y="1508256"/>
              <a:chExt cx="3530160" cy="1898507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9" name="Pismo odręczne 8">
                    <a:extLst>
                      <a:ext uri="{FF2B5EF4-FFF2-40B4-BE49-F238E27FC236}">
                        <a16:creationId xmlns:a16="http://schemas.microsoft.com/office/drawing/2014/main" id="{699526A5-DCB5-3F84-D8E3-92FC0E6EF0AF}"/>
                      </a:ext>
                    </a:extLst>
                  </p14:cNvPr>
                  <p14:cNvContentPartPr/>
                  <p14:nvPr/>
                </p14:nvContentPartPr>
                <p14:xfrm>
                  <a:off x="1716984" y="1508256"/>
                  <a:ext cx="3530160" cy="1308600"/>
                </p14:xfrm>
              </p:contentPart>
            </mc:Choice>
            <mc:Fallback xmlns="">
              <p:pic>
                <p:nvPicPr>
                  <p:cNvPr id="9" name="Pismo odręczne 8">
                    <a:extLst>
                      <a:ext uri="{FF2B5EF4-FFF2-40B4-BE49-F238E27FC236}">
                        <a16:creationId xmlns:a16="http://schemas.microsoft.com/office/drawing/2014/main" id="{699526A5-DCB5-3F84-D8E3-92FC0E6EF0AF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1710864" y="1502136"/>
                    <a:ext cx="3542400" cy="1320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10" name="Pismo odręczne 9">
                    <a:extLst>
                      <a:ext uri="{FF2B5EF4-FFF2-40B4-BE49-F238E27FC236}">
                        <a16:creationId xmlns:a16="http://schemas.microsoft.com/office/drawing/2014/main" id="{CBE3FB3A-DD0D-9048-5D68-63730E37AAF4}"/>
                      </a:ext>
                    </a:extLst>
                  </p14:cNvPr>
                  <p14:cNvContentPartPr/>
                  <p14:nvPr/>
                </p14:nvContentPartPr>
                <p14:xfrm>
                  <a:off x="3383424" y="2980656"/>
                  <a:ext cx="27720" cy="301680"/>
                </p14:xfrm>
              </p:contentPart>
            </mc:Choice>
            <mc:Fallback xmlns="">
              <p:pic>
                <p:nvPicPr>
                  <p:cNvPr id="10" name="Pismo odręczne 9">
                    <a:extLst>
                      <a:ext uri="{FF2B5EF4-FFF2-40B4-BE49-F238E27FC236}">
                        <a16:creationId xmlns:a16="http://schemas.microsoft.com/office/drawing/2014/main" id="{CBE3FB3A-DD0D-9048-5D68-63730E37AAF4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3377304" y="2974536"/>
                    <a:ext cx="39960" cy="313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11" name="Pismo odręczne 10">
                    <a:extLst>
                      <a:ext uri="{FF2B5EF4-FFF2-40B4-BE49-F238E27FC236}">
                        <a16:creationId xmlns:a16="http://schemas.microsoft.com/office/drawing/2014/main" id="{BC93105B-DE72-B8FD-1212-940AD3E33064}"/>
                      </a:ext>
                    </a:extLst>
                  </p14:cNvPr>
                  <p14:cNvContentPartPr/>
                  <p14:nvPr/>
                </p14:nvContentPartPr>
                <p14:xfrm>
                  <a:off x="3364704" y="2909736"/>
                  <a:ext cx="127080" cy="345960"/>
                </p14:xfrm>
              </p:contentPart>
            </mc:Choice>
            <mc:Fallback xmlns="">
              <p:pic>
                <p:nvPicPr>
                  <p:cNvPr id="11" name="Pismo odręczne 10">
                    <a:extLst>
                      <a:ext uri="{FF2B5EF4-FFF2-40B4-BE49-F238E27FC236}">
                        <a16:creationId xmlns:a16="http://schemas.microsoft.com/office/drawing/2014/main" id="{BC93105B-DE72-B8FD-1212-940AD3E33064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358584" y="2903616"/>
                    <a:ext cx="139320" cy="358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12" name="Pismo odręczne 11">
                    <a:extLst>
                      <a:ext uri="{FF2B5EF4-FFF2-40B4-BE49-F238E27FC236}">
                        <a16:creationId xmlns:a16="http://schemas.microsoft.com/office/drawing/2014/main" id="{E1740F18-2ED9-B627-1806-B682EA4E73D4}"/>
                      </a:ext>
                    </a:extLst>
                  </p14:cNvPr>
                  <p14:cNvContentPartPr/>
                  <p14:nvPr/>
                </p14:nvContentPartPr>
                <p14:xfrm>
                  <a:off x="3610944" y="3044736"/>
                  <a:ext cx="20520" cy="311040"/>
                </p14:xfrm>
              </p:contentPart>
            </mc:Choice>
            <mc:Fallback xmlns="">
              <p:pic>
                <p:nvPicPr>
                  <p:cNvPr id="12" name="Pismo odręczne 11">
                    <a:extLst>
                      <a:ext uri="{FF2B5EF4-FFF2-40B4-BE49-F238E27FC236}">
                        <a16:creationId xmlns:a16="http://schemas.microsoft.com/office/drawing/2014/main" id="{E1740F18-2ED9-B627-1806-B682EA4E73D4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3604824" y="3038616"/>
                    <a:ext cx="32760" cy="323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13" name="Pismo odręczne 12">
                    <a:extLst>
                      <a:ext uri="{FF2B5EF4-FFF2-40B4-BE49-F238E27FC236}">
                        <a16:creationId xmlns:a16="http://schemas.microsoft.com/office/drawing/2014/main" id="{4883F2FD-6BB1-3DC9-CAA2-CF519A184CE7}"/>
                      </a:ext>
                    </a:extLst>
                  </p14:cNvPr>
                  <p14:cNvContentPartPr/>
                  <p14:nvPr/>
                </p14:nvContentPartPr>
                <p14:xfrm>
                  <a:off x="3501864" y="3034656"/>
                  <a:ext cx="349200" cy="74520"/>
                </p14:xfrm>
              </p:contentPart>
            </mc:Choice>
            <mc:Fallback xmlns="">
              <p:pic>
                <p:nvPicPr>
                  <p:cNvPr id="13" name="Pismo odręczne 12">
                    <a:extLst>
                      <a:ext uri="{FF2B5EF4-FFF2-40B4-BE49-F238E27FC236}">
                        <a16:creationId xmlns:a16="http://schemas.microsoft.com/office/drawing/2014/main" id="{4883F2FD-6BB1-3DC9-CAA2-CF519A184CE7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3495744" y="3028536"/>
                    <a:ext cx="361440" cy="86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14" name="Pismo odręczne 13">
                    <a:extLst>
                      <a:ext uri="{FF2B5EF4-FFF2-40B4-BE49-F238E27FC236}">
                        <a16:creationId xmlns:a16="http://schemas.microsoft.com/office/drawing/2014/main" id="{47F25F8C-B002-86F8-BE1A-BED6DFD34DCF}"/>
                      </a:ext>
                    </a:extLst>
                  </p14:cNvPr>
                  <p14:cNvContentPartPr/>
                  <p14:nvPr/>
                </p14:nvContentPartPr>
                <p14:xfrm>
                  <a:off x="3739824" y="3044736"/>
                  <a:ext cx="225000" cy="248400"/>
                </p14:xfrm>
              </p:contentPart>
            </mc:Choice>
            <mc:Fallback xmlns="">
              <p:pic>
                <p:nvPicPr>
                  <p:cNvPr id="14" name="Pismo odręczne 13">
                    <a:extLst>
                      <a:ext uri="{FF2B5EF4-FFF2-40B4-BE49-F238E27FC236}">
                        <a16:creationId xmlns:a16="http://schemas.microsoft.com/office/drawing/2014/main" id="{47F25F8C-B002-86F8-BE1A-BED6DFD34DCF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3733704" y="3038616"/>
                    <a:ext cx="237240" cy="260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15" name="Pismo odręczne 14">
                    <a:extLst>
                      <a:ext uri="{FF2B5EF4-FFF2-40B4-BE49-F238E27FC236}">
                        <a16:creationId xmlns:a16="http://schemas.microsoft.com/office/drawing/2014/main" id="{1E93053B-B5CE-2653-24D2-80092D113E27}"/>
                      </a:ext>
                    </a:extLst>
                  </p14:cNvPr>
                  <p14:cNvContentPartPr/>
                  <p14:nvPr/>
                </p14:nvContentPartPr>
                <p14:xfrm>
                  <a:off x="3739824" y="3006936"/>
                  <a:ext cx="426240" cy="303120"/>
                </p14:xfrm>
              </p:contentPart>
            </mc:Choice>
            <mc:Fallback xmlns="">
              <p:pic>
                <p:nvPicPr>
                  <p:cNvPr id="15" name="Pismo odręczne 14">
                    <a:extLst>
                      <a:ext uri="{FF2B5EF4-FFF2-40B4-BE49-F238E27FC236}">
                        <a16:creationId xmlns:a16="http://schemas.microsoft.com/office/drawing/2014/main" id="{1E93053B-B5CE-2653-24D2-80092D113E27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3733704" y="3000816"/>
                    <a:ext cx="438480" cy="315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35" name="Pismo odręczne 34">
                    <a:extLst>
                      <a:ext uri="{FF2B5EF4-FFF2-40B4-BE49-F238E27FC236}">
                        <a16:creationId xmlns:a16="http://schemas.microsoft.com/office/drawing/2014/main" id="{5A15BAAB-CFE7-14F0-7F30-D2CD13388B88}"/>
                      </a:ext>
                    </a:extLst>
                  </p14:cNvPr>
                  <p14:cNvContentPartPr/>
                  <p14:nvPr/>
                </p14:nvContentPartPr>
                <p14:xfrm>
                  <a:off x="4095353" y="3144683"/>
                  <a:ext cx="303120" cy="262080"/>
                </p14:xfrm>
              </p:contentPart>
            </mc:Choice>
            <mc:Fallback xmlns="">
              <p:pic>
                <p:nvPicPr>
                  <p:cNvPr id="35" name="Pismo odręczne 34">
                    <a:extLst>
                      <a:ext uri="{FF2B5EF4-FFF2-40B4-BE49-F238E27FC236}">
                        <a16:creationId xmlns:a16="http://schemas.microsoft.com/office/drawing/2014/main" id="{5A15BAAB-CFE7-14F0-7F30-D2CD13388B88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4089233" y="3138563"/>
                    <a:ext cx="315360" cy="2743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209478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381" y="219464"/>
            <a:ext cx="8970264" cy="753082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Duży Czekanowski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CAFC5242-4C82-1F80-B7B2-E4F82811AB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052" t="40339" r="32251" b="34044"/>
          <a:stretch/>
        </p:blipFill>
        <p:spPr>
          <a:xfrm>
            <a:off x="82995" y="1086336"/>
            <a:ext cx="8877300" cy="5371615"/>
          </a:xfrm>
          <a:prstGeom prst="rect">
            <a:avLst/>
          </a:prstGeom>
        </p:spPr>
      </p:pic>
      <p:grpSp>
        <p:nvGrpSpPr>
          <p:cNvPr id="38" name="Grupa 37">
            <a:extLst>
              <a:ext uri="{FF2B5EF4-FFF2-40B4-BE49-F238E27FC236}">
                <a16:creationId xmlns:a16="http://schemas.microsoft.com/office/drawing/2014/main" id="{F9F21CB4-1A15-2A35-43A3-E7E8F5217EC9}"/>
              </a:ext>
            </a:extLst>
          </p:cNvPr>
          <p:cNvGrpSpPr/>
          <p:nvPr/>
        </p:nvGrpSpPr>
        <p:grpSpPr>
          <a:xfrm>
            <a:off x="2695080" y="3712245"/>
            <a:ext cx="3448440" cy="2345760"/>
            <a:chOff x="4352430" y="3712245"/>
            <a:chExt cx="3448440" cy="234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Pismo odręczne 3">
                  <a:extLst>
                    <a:ext uri="{FF2B5EF4-FFF2-40B4-BE49-F238E27FC236}">
                      <a16:creationId xmlns:a16="http://schemas.microsoft.com/office/drawing/2014/main" id="{56B4FD92-3953-A846-07F1-38DAF715352F}"/>
                    </a:ext>
                  </a:extLst>
                </p14:cNvPr>
                <p14:cNvContentPartPr/>
                <p14:nvPr/>
              </p14:nvContentPartPr>
              <p14:xfrm>
                <a:off x="4508310" y="4007085"/>
                <a:ext cx="1015920" cy="1860120"/>
              </p14:xfrm>
            </p:contentPart>
          </mc:Choice>
          <mc:Fallback xmlns="">
            <p:pic>
              <p:nvPicPr>
                <p:cNvPr id="4" name="Pismo odręczne 3">
                  <a:extLst>
                    <a:ext uri="{FF2B5EF4-FFF2-40B4-BE49-F238E27FC236}">
                      <a16:creationId xmlns:a16="http://schemas.microsoft.com/office/drawing/2014/main" id="{56B4FD92-3953-A846-07F1-38DAF715352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02190" y="4000965"/>
                  <a:ext cx="1028160" cy="18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Pismo odręczne 4">
                  <a:extLst>
                    <a:ext uri="{FF2B5EF4-FFF2-40B4-BE49-F238E27FC236}">
                      <a16:creationId xmlns:a16="http://schemas.microsoft.com/office/drawing/2014/main" id="{CFBFCD0D-4F65-A7E8-CD89-E552EA7B5CFF}"/>
                    </a:ext>
                  </a:extLst>
                </p14:cNvPr>
                <p14:cNvContentPartPr/>
                <p14:nvPr/>
              </p14:nvContentPartPr>
              <p14:xfrm>
                <a:off x="4352430" y="3712245"/>
                <a:ext cx="226080" cy="239760"/>
              </p14:xfrm>
            </p:contentPart>
          </mc:Choice>
          <mc:Fallback xmlns="">
            <p:pic>
              <p:nvPicPr>
                <p:cNvPr id="5" name="Pismo odręczne 4">
                  <a:extLst>
                    <a:ext uri="{FF2B5EF4-FFF2-40B4-BE49-F238E27FC236}">
                      <a16:creationId xmlns:a16="http://schemas.microsoft.com/office/drawing/2014/main" id="{CFBFCD0D-4F65-A7E8-CD89-E552EA7B5CF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46310" y="3706125"/>
                  <a:ext cx="238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Pismo odręczne 5">
                  <a:extLst>
                    <a:ext uri="{FF2B5EF4-FFF2-40B4-BE49-F238E27FC236}">
                      <a16:creationId xmlns:a16="http://schemas.microsoft.com/office/drawing/2014/main" id="{7CD31069-45D8-141C-947E-033EC9C68818}"/>
                    </a:ext>
                  </a:extLst>
                </p14:cNvPr>
                <p14:cNvContentPartPr/>
                <p14:nvPr/>
              </p14:nvContentPartPr>
              <p14:xfrm>
                <a:off x="5638710" y="5494605"/>
                <a:ext cx="390960" cy="411480"/>
              </p14:xfrm>
            </p:contentPart>
          </mc:Choice>
          <mc:Fallback xmlns="">
            <p:pic>
              <p:nvPicPr>
                <p:cNvPr id="6" name="Pismo odręczne 5">
                  <a:extLst>
                    <a:ext uri="{FF2B5EF4-FFF2-40B4-BE49-F238E27FC236}">
                      <a16:creationId xmlns:a16="http://schemas.microsoft.com/office/drawing/2014/main" id="{7CD31069-45D8-141C-947E-033EC9C6881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32590" y="5488485"/>
                  <a:ext cx="40320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Pismo odręczne 6">
                  <a:extLst>
                    <a:ext uri="{FF2B5EF4-FFF2-40B4-BE49-F238E27FC236}">
                      <a16:creationId xmlns:a16="http://schemas.microsoft.com/office/drawing/2014/main" id="{8B652A3B-04D1-D33B-C0C6-E70F4DB184A4}"/>
                    </a:ext>
                  </a:extLst>
                </p14:cNvPr>
                <p14:cNvContentPartPr/>
                <p14:nvPr/>
              </p14:nvContentPartPr>
              <p14:xfrm>
                <a:off x="6123630" y="5457525"/>
                <a:ext cx="38880" cy="410400"/>
              </p14:xfrm>
            </p:contentPart>
          </mc:Choice>
          <mc:Fallback xmlns="">
            <p:pic>
              <p:nvPicPr>
                <p:cNvPr id="7" name="Pismo odręczne 6">
                  <a:extLst>
                    <a:ext uri="{FF2B5EF4-FFF2-40B4-BE49-F238E27FC236}">
                      <a16:creationId xmlns:a16="http://schemas.microsoft.com/office/drawing/2014/main" id="{8B652A3B-04D1-D33B-C0C6-E70F4DB184A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17510" y="5451405"/>
                  <a:ext cx="511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B0D8CFA5-6404-66F2-54A9-67FB53B0CCC2}"/>
                    </a:ext>
                  </a:extLst>
                </p14:cNvPr>
                <p14:cNvContentPartPr/>
                <p14:nvPr/>
              </p14:nvContentPartPr>
              <p14:xfrm>
                <a:off x="6076470" y="5485965"/>
                <a:ext cx="241200" cy="36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B0D8CFA5-6404-66F2-54A9-67FB53B0CCC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70350" y="5479845"/>
                  <a:ext cx="253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0" name="Pismo odręczne 29">
                  <a:extLst>
                    <a:ext uri="{FF2B5EF4-FFF2-40B4-BE49-F238E27FC236}">
                      <a16:creationId xmlns:a16="http://schemas.microsoft.com/office/drawing/2014/main" id="{617A3542-DBEF-FD14-8D99-69655729D777}"/>
                    </a:ext>
                  </a:extLst>
                </p14:cNvPr>
                <p14:cNvContentPartPr/>
                <p14:nvPr/>
              </p14:nvContentPartPr>
              <p14:xfrm>
                <a:off x="6362310" y="5590725"/>
                <a:ext cx="226080" cy="401400"/>
              </p14:xfrm>
            </p:contentPart>
          </mc:Choice>
          <mc:Fallback xmlns="">
            <p:pic>
              <p:nvPicPr>
                <p:cNvPr id="30" name="Pismo odręczne 29">
                  <a:extLst>
                    <a:ext uri="{FF2B5EF4-FFF2-40B4-BE49-F238E27FC236}">
                      <a16:creationId xmlns:a16="http://schemas.microsoft.com/office/drawing/2014/main" id="{617A3542-DBEF-FD14-8D99-69655729D7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56190" y="5584605"/>
                  <a:ext cx="2383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3" name="Pismo odręczne 32">
                  <a:extLst>
                    <a:ext uri="{FF2B5EF4-FFF2-40B4-BE49-F238E27FC236}">
                      <a16:creationId xmlns:a16="http://schemas.microsoft.com/office/drawing/2014/main" id="{3D3580E8-71DF-0DB6-17AB-DCB47DE44EDA}"/>
                    </a:ext>
                  </a:extLst>
                </p14:cNvPr>
                <p14:cNvContentPartPr/>
                <p14:nvPr/>
              </p14:nvContentPartPr>
              <p14:xfrm>
                <a:off x="6400470" y="5623485"/>
                <a:ext cx="176760" cy="281880"/>
              </p14:xfrm>
            </p:contentPart>
          </mc:Choice>
          <mc:Fallback xmlns="">
            <p:pic>
              <p:nvPicPr>
                <p:cNvPr id="33" name="Pismo odręczne 32">
                  <a:extLst>
                    <a:ext uri="{FF2B5EF4-FFF2-40B4-BE49-F238E27FC236}">
                      <a16:creationId xmlns:a16="http://schemas.microsoft.com/office/drawing/2014/main" id="{3D3580E8-71DF-0DB6-17AB-DCB47DE44ED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94350" y="5617365"/>
                  <a:ext cx="1890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4" name="Pismo odręczne 33">
                  <a:extLst>
                    <a:ext uri="{FF2B5EF4-FFF2-40B4-BE49-F238E27FC236}">
                      <a16:creationId xmlns:a16="http://schemas.microsoft.com/office/drawing/2014/main" id="{931F4A93-702E-42E3-B107-ED944FC44F48}"/>
                    </a:ext>
                  </a:extLst>
                </p14:cNvPr>
                <p14:cNvContentPartPr/>
                <p14:nvPr/>
              </p14:nvContentPartPr>
              <p14:xfrm>
                <a:off x="6781350" y="5634645"/>
                <a:ext cx="187560" cy="316800"/>
              </p14:xfrm>
            </p:contentPart>
          </mc:Choice>
          <mc:Fallback xmlns="">
            <p:pic>
              <p:nvPicPr>
                <p:cNvPr id="34" name="Pismo odręczne 33">
                  <a:extLst>
                    <a:ext uri="{FF2B5EF4-FFF2-40B4-BE49-F238E27FC236}">
                      <a16:creationId xmlns:a16="http://schemas.microsoft.com/office/drawing/2014/main" id="{931F4A93-702E-42E3-B107-ED944FC44F4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75230" y="5628525"/>
                  <a:ext cx="1998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5" name="Pismo odręczne 34">
                  <a:extLst>
                    <a:ext uri="{FF2B5EF4-FFF2-40B4-BE49-F238E27FC236}">
                      <a16:creationId xmlns:a16="http://schemas.microsoft.com/office/drawing/2014/main" id="{7C44FAB3-C000-64AF-D8E6-95097EC36600}"/>
                    </a:ext>
                  </a:extLst>
                </p14:cNvPr>
                <p14:cNvContentPartPr/>
                <p14:nvPr/>
              </p14:nvContentPartPr>
              <p14:xfrm>
                <a:off x="7075470" y="5712405"/>
                <a:ext cx="184680" cy="239400"/>
              </p14:xfrm>
            </p:contentPart>
          </mc:Choice>
          <mc:Fallback xmlns="">
            <p:pic>
              <p:nvPicPr>
                <p:cNvPr id="35" name="Pismo odręczne 34">
                  <a:extLst>
                    <a:ext uri="{FF2B5EF4-FFF2-40B4-BE49-F238E27FC236}">
                      <a16:creationId xmlns:a16="http://schemas.microsoft.com/office/drawing/2014/main" id="{7C44FAB3-C000-64AF-D8E6-95097EC3660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069350" y="5706285"/>
                  <a:ext cx="1969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6" name="Pismo odręczne 35">
                  <a:extLst>
                    <a:ext uri="{FF2B5EF4-FFF2-40B4-BE49-F238E27FC236}">
                      <a16:creationId xmlns:a16="http://schemas.microsoft.com/office/drawing/2014/main" id="{332E758E-B087-6146-3B08-438A2F999991}"/>
                    </a:ext>
                  </a:extLst>
                </p14:cNvPr>
                <p14:cNvContentPartPr/>
                <p14:nvPr/>
              </p14:nvContentPartPr>
              <p14:xfrm>
                <a:off x="7275270" y="5627805"/>
                <a:ext cx="163800" cy="430200"/>
              </p14:xfrm>
            </p:contentPart>
          </mc:Choice>
          <mc:Fallback xmlns="">
            <p:pic>
              <p:nvPicPr>
                <p:cNvPr id="36" name="Pismo odręczne 35">
                  <a:extLst>
                    <a:ext uri="{FF2B5EF4-FFF2-40B4-BE49-F238E27FC236}">
                      <a16:creationId xmlns:a16="http://schemas.microsoft.com/office/drawing/2014/main" id="{332E758E-B087-6146-3B08-438A2F99999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269150" y="5621685"/>
                  <a:ext cx="1760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7" name="Pismo odręczne 36">
                  <a:extLst>
                    <a:ext uri="{FF2B5EF4-FFF2-40B4-BE49-F238E27FC236}">
                      <a16:creationId xmlns:a16="http://schemas.microsoft.com/office/drawing/2014/main" id="{EFFFB19B-443E-8B61-C5E6-40569F74DED4}"/>
                    </a:ext>
                  </a:extLst>
                </p14:cNvPr>
                <p14:cNvContentPartPr/>
                <p14:nvPr/>
              </p14:nvContentPartPr>
              <p14:xfrm>
                <a:off x="7579830" y="5599005"/>
                <a:ext cx="221040" cy="366120"/>
              </p14:xfrm>
            </p:contentPart>
          </mc:Choice>
          <mc:Fallback xmlns=""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EFFFB19B-443E-8B61-C5E6-40569F74DE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73710" y="5592885"/>
                  <a:ext cx="233280" cy="378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pole tekstowe 38">
            <a:extLst>
              <a:ext uri="{FF2B5EF4-FFF2-40B4-BE49-F238E27FC236}">
                <a16:creationId xmlns:a16="http://schemas.microsoft.com/office/drawing/2014/main" id="{5C3F1882-D296-BA86-546F-7E98CB26BD85}"/>
              </a:ext>
            </a:extLst>
          </p:cNvPr>
          <p:cNvSpPr txBox="1"/>
          <p:nvPr/>
        </p:nvSpPr>
        <p:spPr>
          <a:xfrm>
            <a:off x="9086850" y="1514475"/>
            <a:ext cx="21145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GTX1080 jest porównywalne z wieloma kart o podobnej wydajności </a:t>
            </a:r>
            <a:r>
              <a:rPr lang="pl-PL" dirty="0" err="1"/>
              <a:t>RTXów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67575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>
            <a:extLst>
              <a:ext uri="{FF2B5EF4-FFF2-40B4-BE49-F238E27FC236}">
                <a16:creationId xmlns:a16="http://schemas.microsoft.com/office/drawing/2014/main" id="{5ECFF2C2-1906-A62B-3175-CEAD724DC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" t="-56635" r="26062" b="44042"/>
          <a:stretch/>
        </p:blipFill>
        <p:spPr>
          <a:xfrm>
            <a:off x="0" y="-1670426"/>
            <a:ext cx="8970264" cy="5205616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381" y="219464"/>
            <a:ext cx="8970264" cy="753082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Grupowania obiektów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3" name="Pismo odręczne 32">
                <a:extLst>
                  <a:ext uri="{FF2B5EF4-FFF2-40B4-BE49-F238E27FC236}">
                    <a16:creationId xmlns:a16="http://schemas.microsoft.com/office/drawing/2014/main" id="{BFFFA651-6E06-FAF0-088A-FBAA6CBC8089}"/>
                  </a:ext>
                </a:extLst>
              </p14:cNvPr>
              <p14:cNvContentPartPr/>
              <p14:nvPr/>
            </p14:nvContentPartPr>
            <p14:xfrm>
              <a:off x="2030322" y="5076060"/>
              <a:ext cx="1076040" cy="68400"/>
            </p14:xfrm>
          </p:contentPart>
        </mc:Choice>
        <mc:Fallback xmlns="">
          <p:pic>
            <p:nvPicPr>
              <p:cNvPr id="33" name="Pismo odręczne 32">
                <a:extLst>
                  <a:ext uri="{FF2B5EF4-FFF2-40B4-BE49-F238E27FC236}">
                    <a16:creationId xmlns:a16="http://schemas.microsoft.com/office/drawing/2014/main" id="{BFFFA651-6E06-FAF0-088A-FBAA6CBC80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6322" y="4968060"/>
                <a:ext cx="118368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2" name="Pismo odręczne 31">
                <a:extLst>
                  <a:ext uri="{FF2B5EF4-FFF2-40B4-BE49-F238E27FC236}">
                    <a16:creationId xmlns:a16="http://schemas.microsoft.com/office/drawing/2014/main" id="{AF741DA3-BCC3-C989-F0AF-C654A7A03F6C}"/>
                  </a:ext>
                </a:extLst>
              </p14:cNvPr>
              <p14:cNvContentPartPr/>
              <p14:nvPr/>
            </p14:nvContentPartPr>
            <p14:xfrm>
              <a:off x="10867710" y="1447485"/>
              <a:ext cx="427680" cy="10080"/>
            </p14:xfrm>
          </p:contentPart>
        </mc:Choice>
        <mc:Fallback xmlns="">
          <p:pic>
            <p:nvPicPr>
              <p:cNvPr id="32" name="Pismo odręczne 31">
                <a:extLst>
                  <a:ext uri="{FF2B5EF4-FFF2-40B4-BE49-F238E27FC236}">
                    <a16:creationId xmlns:a16="http://schemas.microsoft.com/office/drawing/2014/main" id="{AF741DA3-BCC3-C989-F0AF-C654A7A03F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13710" y="1339485"/>
                <a:ext cx="5353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4" name="Pismo odręczne 53">
                <a:extLst>
                  <a:ext uri="{FF2B5EF4-FFF2-40B4-BE49-F238E27FC236}">
                    <a16:creationId xmlns:a16="http://schemas.microsoft.com/office/drawing/2014/main" id="{7177E36B-D65B-AFEB-2EAD-EA94964B330F}"/>
                  </a:ext>
                </a:extLst>
              </p14:cNvPr>
              <p14:cNvContentPartPr/>
              <p14:nvPr/>
            </p14:nvContentPartPr>
            <p14:xfrm>
              <a:off x="1674390" y="1409070"/>
              <a:ext cx="3336480" cy="1382760"/>
            </p14:xfrm>
          </p:contentPart>
        </mc:Choice>
        <mc:Fallback xmlns="">
          <p:pic>
            <p:nvPicPr>
              <p:cNvPr id="54" name="Pismo odręczne 53">
                <a:extLst>
                  <a:ext uri="{FF2B5EF4-FFF2-40B4-BE49-F238E27FC236}">
                    <a16:creationId xmlns:a16="http://schemas.microsoft.com/office/drawing/2014/main" id="{7177E36B-D65B-AFEB-2EAD-EA94964B330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68270" y="1402950"/>
                <a:ext cx="3348720" cy="13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9" name="Pismo odręczne 58">
                <a:extLst>
                  <a:ext uri="{FF2B5EF4-FFF2-40B4-BE49-F238E27FC236}">
                    <a16:creationId xmlns:a16="http://schemas.microsoft.com/office/drawing/2014/main" id="{173332EB-F999-C403-C89B-D3833D29C601}"/>
                  </a:ext>
                </a:extLst>
              </p14:cNvPr>
              <p14:cNvContentPartPr/>
              <p14:nvPr/>
            </p14:nvContentPartPr>
            <p14:xfrm>
              <a:off x="4771110" y="2247150"/>
              <a:ext cx="1173600" cy="887760"/>
            </p14:xfrm>
          </p:contentPart>
        </mc:Choice>
        <mc:Fallback xmlns="">
          <p:pic>
            <p:nvPicPr>
              <p:cNvPr id="59" name="Pismo odręczne 58">
                <a:extLst>
                  <a:ext uri="{FF2B5EF4-FFF2-40B4-BE49-F238E27FC236}">
                    <a16:creationId xmlns:a16="http://schemas.microsoft.com/office/drawing/2014/main" id="{173332EB-F999-C403-C89B-D3833D29C60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64990" y="2241030"/>
                <a:ext cx="1185840" cy="900000"/>
              </a:xfrm>
              <a:prstGeom prst="rect">
                <a:avLst/>
              </a:prstGeom>
            </p:spPr>
          </p:pic>
        </mc:Fallback>
      </mc:AlternateContent>
      <p:pic>
        <p:nvPicPr>
          <p:cNvPr id="43" name="Obraz 42">
            <a:extLst>
              <a:ext uri="{FF2B5EF4-FFF2-40B4-BE49-F238E27FC236}">
                <a16:creationId xmlns:a16="http://schemas.microsoft.com/office/drawing/2014/main" id="{2487B5BA-2F09-5679-E46B-7C257304C866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29708" b="26697"/>
          <a:stretch/>
        </p:blipFill>
        <p:spPr>
          <a:xfrm>
            <a:off x="3551681" y="3519578"/>
            <a:ext cx="4382643" cy="33384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7" name="Pismo odręczne 56">
                <a:extLst>
                  <a:ext uri="{FF2B5EF4-FFF2-40B4-BE49-F238E27FC236}">
                    <a16:creationId xmlns:a16="http://schemas.microsoft.com/office/drawing/2014/main" id="{88005BB9-64ED-D14F-A22A-B3A251019443}"/>
                  </a:ext>
                </a:extLst>
              </p14:cNvPr>
              <p14:cNvContentPartPr/>
              <p14:nvPr/>
            </p14:nvContentPartPr>
            <p14:xfrm>
              <a:off x="3933390" y="5295270"/>
              <a:ext cx="1686600" cy="1229760"/>
            </p14:xfrm>
          </p:contentPart>
        </mc:Choice>
        <mc:Fallback xmlns="">
          <p:pic>
            <p:nvPicPr>
              <p:cNvPr id="57" name="Pismo odręczne 56">
                <a:extLst>
                  <a:ext uri="{FF2B5EF4-FFF2-40B4-BE49-F238E27FC236}">
                    <a16:creationId xmlns:a16="http://schemas.microsoft.com/office/drawing/2014/main" id="{88005BB9-64ED-D14F-A22A-B3A25101944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27270" y="5289150"/>
                <a:ext cx="1698840" cy="12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Pismo odręczne 57">
                <a:extLst>
                  <a:ext uri="{FF2B5EF4-FFF2-40B4-BE49-F238E27FC236}">
                    <a16:creationId xmlns:a16="http://schemas.microsoft.com/office/drawing/2014/main" id="{3FA9C4A3-48B1-72B2-DF49-70CBC2D7C027}"/>
                  </a:ext>
                </a:extLst>
              </p14:cNvPr>
              <p14:cNvContentPartPr/>
              <p14:nvPr/>
            </p14:nvContentPartPr>
            <p14:xfrm>
              <a:off x="5522790" y="5398950"/>
              <a:ext cx="640800" cy="765360"/>
            </p14:xfrm>
          </p:contentPart>
        </mc:Choice>
        <mc:Fallback xmlns="">
          <p:pic>
            <p:nvPicPr>
              <p:cNvPr id="58" name="Pismo odręczne 57">
                <a:extLst>
                  <a:ext uri="{FF2B5EF4-FFF2-40B4-BE49-F238E27FC236}">
                    <a16:creationId xmlns:a16="http://schemas.microsoft.com/office/drawing/2014/main" id="{3FA9C4A3-48B1-72B2-DF49-70CBC2D7C0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16670" y="5392830"/>
                <a:ext cx="653040" cy="77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upa 63">
            <a:extLst>
              <a:ext uri="{FF2B5EF4-FFF2-40B4-BE49-F238E27FC236}">
                <a16:creationId xmlns:a16="http://schemas.microsoft.com/office/drawing/2014/main" id="{47CAE81B-5F68-5691-D443-C3FFDA03D625}"/>
              </a:ext>
            </a:extLst>
          </p:cNvPr>
          <p:cNvGrpSpPr/>
          <p:nvPr/>
        </p:nvGrpSpPr>
        <p:grpSpPr>
          <a:xfrm>
            <a:off x="5808630" y="2905230"/>
            <a:ext cx="2404080" cy="3733200"/>
            <a:chOff x="5808630" y="2905230"/>
            <a:chExt cx="2404080" cy="37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0" name="Pismo odręczne 59">
                  <a:extLst>
                    <a:ext uri="{FF2B5EF4-FFF2-40B4-BE49-F238E27FC236}">
                      <a16:creationId xmlns:a16="http://schemas.microsoft.com/office/drawing/2014/main" id="{20FCC9C4-26A9-2434-8285-080E9B0E80D1}"/>
                    </a:ext>
                  </a:extLst>
                </p14:cNvPr>
                <p14:cNvContentPartPr/>
                <p14:nvPr/>
              </p14:nvContentPartPr>
              <p14:xfrm>
                <a:off x="7038030" y="2905230"/>
                <a:ext cx="1174680" cy="686880"/>
              </p14:xfrm>
            </p:contentPart>
          </mc:Choice>
          <mc:Fallback xmlns="">
            <p:pic>
              <p:nvPicPr>
                <p:cNvPr id="60" name="Pismo odręczne 59">
                  <a:extLst>
                    <a:ext uri="{FF2B5EF4-FFF2-40B4-BE49-F238E27FC236}">
                      <a16:creationId xmlns:a16="http://schemas.microsoft.com/office/drawing/2014/main" id="{20FCC9C4-26A9-2434-8285-080E9B0E80D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031910" y="2899110"/>
                  <a:ext cx="118692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1" name="Pismo odręczne 60">
                  <a:extLst>
                    <a:ext uri="{FF2B5EF4-FFF2-40B4-BE49-F238E27FC236}">
                      <a16:creationId xmlns:a16="http://schemas.microsoft.com/office/drawing/2014/main" id="{9D480ED2-9412-8092-CD2A-D63BD4FEB8CA}"/>
                    </a:ext>
                  </a:extLst>
                </p14:cNvPr>
                <p14:cNvContentPartPr/>
                <p14:nvPr/>
              </p14:nvContentPartPr>
              <p14:xfrm>
                <a:off x="5808630" y="6085830"/>
                <a:ext cx="945360" cy="552600"/>
              </p14:xfrm>
            </p:contentPart>
          </mc:Choice>
          <mc:Fallback xmlns="">
            <p:pic>
              <p:nvPicPr>
                <p:cNvPr id="61" name="Pismo odręczne 60">
                  <a:extLst>
                    <a:ext uri="{FF2B5EF4-FFF2-40B4-BE49-F238E27FC236}">
                      <a16:creationId xmlns:a16="http://schemas.microsoft.com/office/drawing/2014/main" id="{9D480ED2-9412-8092-CD2A-D63BD4FEB8C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02510" y="6079710"/>
                  <a:ext cx="95760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2" name="Pismo odręczne 61">
                  <a:extLst>
                    <a:ext uri="{FF2B5EF4-FFF2-40B4-BE49-F238E27FC236}">
                      <a16:creationId xmlns:a16="http://schemas.microsoft.com/office/drawing/2014/main" id="{34BD6308-2B8C-9725-CAE5-29E0904A1262}"/>
                    </a:ext>
                  </a:extLst>
                </p14:cNvPr>
                <p14:cNvContentPartPr/>
                <p14:nvPr/>
              </p14:nvContentPartPr>
              <p14:xfrm>
                <a:off x="6832470" y="3571590"/>
                <a:ext cx="720720" cy="2542320"/>
              </p14:xfrm>
            </p:contentPart>
          </mc:Choice>
          <mc:Fallback xmlns="">
            <p:pic>
              <p:nvPicPr>
                <p:cNvPr id="62" name="Pismo odręczne 61">
                  <a:extLst>
                    <a:ext uri="{FF2B5EF4-FFF2-40B4-BE49-F238E27FC236}">
                      <a16:creationId xmlns:a16="http://schemas.microsoft.com/office/drawing/2014/main" id="{34BD6308-2B8C-9725-CAE5-29E0904A126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826350" y="3565470"/>
                  <a:ext cx="732960" cy="25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3" name="Pismo odręczne 62">
                  <a:extLst>
                    <a:ext uri="{FF2B5EF4-FFF2-40B4-BE49-F238E27FC236}">
                      <a16:creationId xmlns:a16="http://schemas.microsoft.com/office/drawing/2014/main" id="{A9161B6C-990A-FA17-DDE2-2D605EA1E7AC}"/>
                    </a:ext>
                  </a:extLst>
                </p14:cNvPr>
                <p14:cNvContentPartPr/>
                <p14:nvPr/>
              </p14:nvContentPartPr>
              <p14:xfrm>
                <a:off x="6676590" y="6048030"/>
                <a:ext cx="320040" cy="317160"/>
              </p14:xfrm>
            </p:contentPart>
          </mc:Choice>
          <mc:Fallback xmlns="">
            <p:pic>
              <p:nvPicPr>
                <p:cNvPr id="63" name="Pismo odręczne 62">
                  <a:extLst>
                    <a:ext uri="{FF2B5EF4-FFF2-40B4-BE49-F238E27FC236}">
                      <a16:creationId xmlns:a16="http://schemas.microsoft.com/office/drawing/2014/main" id="{A9161B6C-990A-FA17-DDE2-2D605EA1E7A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70470" y="6041910"/>
                  <a:ext cx="33228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upa 66">
            <a:extLst>
              <a:ext uri="{FF2B5EF4-FFF2-40B4-BE49-F238E27FC236}">
                <a16:creationId xmlns:a16="http://schemas.microsoft.com/office/drawing/2014/main" id="{C95B4552-E0B4-DEA5-99FE-042C0D59DFBE}"/>
              </a:ext>
            </a:extLst>
          </p:cNvPr>
          <p:cNvGrpSpPr/>
          <p:nvPr/>
        </p:nvGrpSpPr>
        <p:grpSpPr>
          <a:xfrm>
            <a:off x="5704950" y="3142830"/>
            <a:ext cx="505080" cy="2214720"/>
            <a:chOff x="5704950" y="3142830"/>
            <a:chExt cx="505080" cy="22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5" name="Pismo odręczne 64">
                  <a:extLst>
                    <a:ext uri="{FF2B5EF4-FFF2-40B4-BE49-F238E27FC236}">
                      <a16:creationId xmlns:a16="http://schemas.microsoft.com/office/drawing/2014/main" id="{A17F2755-328A-2178-B92F-7DEADE8B78CC}"/>
                    </a:ext>
                  </a:extLst>
                </p14:cNvPr>
                <p14:cNvContentPartPr/>
                <p14:nvPr/>
              </p14:nvContentPartPr>
              <p14:xfrm>
                <a:off x="5704950" y="3142830"/>
                <a:ext cx="401400" cy="2124360"/>
              </p14:xfrm>
            </p:contentPart>
          </mc:Choice>
          <mc:Fallback xmlns="">
            <p:pic>
              <p:nvPicPr>
                <p:cNvPr id="65" name="Pismo odręczne 64">
                  <a:extLst>
                    <a:ext uri="{FF2B5EF4-FFF2-40B4-BE49-F238E27FC236}">
                      <a16:creationId xmlns:a16="http://schemas.microsoft.com/office/drawing/2014/main" id="{A17F2755-328A-2178-B92F-7DEADE8B78C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98830" y="3136710"/>
                  <a:ext cx="413640" cy="21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6" name="Pismo odręczne 65">
                  <a:extLst>
                    <a:ext uri="{FF2B5EF4-FFF2-40B4-BE49-F238E27FC236}">
                      <a16:creationId xmlns:a16="http://schemas.microsoft.com/office/drawing/2014/main" id="{AC92D899-4FF0-F122-8EC0-0BB5C0A514CF}"/>
                    </a:ext>
                  </a:extLst>
                </p14:cNvPr>
                <p14:cNvContentPartPr/>
                <p14:nvPr/>
              </p14:nvContentPartPr>
              <p14:xfrm>
                <a:off x="5924190" y="5190870"/>
                <a:ext cx="285840" cy="166680"/>
              </p14:xfrm>
            </p:contentPart>
          </mc:Choice>
          <mc:Fallback xmlns="">
            <p:pic>
              <p:nvPicPr>
                <p:cNvPr id="66" name="Pismo odręczne 65">
                  <a:extLst>
                    <a:ext uri="{FF2B5EF4-FFF2-40B4-BE49-F238E27FC236}">
                      <a16:creationId xmlns:a16="http://schemas.microsoft.com/office/drawing/2014/main" id="{AC92D899-4FF0-F122-8EC0-0BB5C0A514C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18070" y="5184750"/>
                  <a:ext cx="29808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upa 69">
            <a:extLst>
              <a:ext uri="{FF2B5EF4-FFF2-40B4-BE49-F238E27FC236}">
                <a16:creationId xmlns:a16="http://schemas.microsoft.com/office/drawing/2014/main" id="{B8179466-F367-5903-0CBE-026A895CEFB2}"/>
              </a:ext>
            </a:extLst>
          </p:cNvPr>
          <p:cNvGrpSpPr/>
          <p:nvPr/>
        </p:nvGrpSpPr>
        <p:grpSpPr>
          <a:xfrm>
            <a:off x="4066590" y="2742870"/>
            <a:ext cx="988560" cy="2593440"/>
            <a:chOff x="4066590" y="2742870"/>
            <a:chExt cx="988560" cy="259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68" name="Pismo odręczne 67">
                  <a:extLst>
                    <a:ext uri="{FF2B5EF4-FFF2-40B4-BE49-F238E27FC236}">
                      <a16:creationId xmlns:a16="http://schemas.microsoft.com/office/drawing/2014/main" id="{F8122CF1-3D72-51CA-D5D4-E22B7E2D7177}"/>
                    </a:ext>
                  </a:extLst>
                </p14:cNvPr>
                <p14:cNvContentPartPr/>
                <p14:nvPr/>
              </p14:nvContentPartPr>
              <p14:xfrm>
                <a:off x="4066590" y="2742870"/>
                <a:ext cx="886680" cy="2555640"/>
              </p14:xfrm>
            </p:contentPart>
          </mc:Choice>
          <mc:Fallback xmlns="">
            <p:pic>
              <p:nvPicPr>
                <p:cNvPr id="68" name="Pismo odręczne 67">
                  <a:extLst>
                    <a:ext uri="{FF2B5EF4-FFF2-40B4-BE49-F238E27FC236}">
                      <a16:creationId xmlns:a16="http://schemas.microsoft.com/office/drawing/2014/main" id="{F8122CF1-3D72-51CA-D5D4-E22B7E2D717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060470" y="2736750"/>
                  <a:ext cx="898920" cy="25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69" name="Pismo odręczne 68">
                  <a:extLst>
                    <a:ext uri="{FF2B5EF4-FFF2-40B4-BE49-F238E27FC236}">
                      <a16:creationId xmlns:a16="http://schemas.microsoft.com/office/drawing/2014/main" id="{C73858C6-20E5-1EF1-164F-8C4A10EB23DF}"/>
                    </a:ext>
                  </a:extLst>
                </p14:cNvPr>
                <p14:cNvContentPartPr/>
                <p14:nvPr/>
              </p14:nvContentPartPr>
              <p14:xfrm>
                <a:off x="4752390" y="5225790"/>
                <a:ext cx="302760" cy="110520"/>
              </p14:xfrm>
            </p:contentPart>
          </mc:Choice>
          <mc:Fallback xmlns="">
            <p:pic>
              <p:nvPicPr>
                <p:cNvPr id="69" name="Pismo odręczne 68">
                  <a:extLst>
                    <a:ext uri="{FF2B5EF4-FFF2-40B4-BE49-F238E27FC236}">
                      <a16:creationId xmlns:a16="http://schemas.microsoft.com/office/drawing/2014/main" id="{C73858C6-20E5-1EF1-164F-8C4A10EB23D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746270" y="5219670"/>
                  <a:ext cx="315000" cy="12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66784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381" y="219464"/>
            <a:ext cx="8970264" cy="753082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Podsumowanie</a:t>
            </a:r>
          </a:p>
        </p:txBody>
      </p:sp>
      <p:sp>
        <p:nvSpPr>
          <p:cNvPr id="39" name="pole tekstowe 38">
            <a:extLst>
              <a:ext uri="{FF2B5EF4-FFF2-40B4-BE49-F238E27FC236}">
                <a16:creationId xmlns:a16="http://schemas.microsoft.com/office/drawing/2014/main" id="{5C3F1882-D296-BA86-546F-7E98CB26BD85}"/>
              </a:ext>
            </a:extLst>
          </p:cNvPr>
          <p:cNvSpPr txBox="1"/>
          <p:nvPr/>
        </p:nvSpPr>
        <p:spPr>
          <a:xfrm>
            <a:off x="1574355" y="1400174"/>
            <a:ext cx="98583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/>
              <a:t>Grupują się </a:t>
            </a:r>
            <a:r>
              <a:rPr lang="pl-PL" sz="2400" dirty="0" err="1"/>
              <a:t>RTXy</a:t>
            </a:r>
            <a:r>
              <a:rPr lang="pl-PL" sz="2400" dirty="0"/>
              <a:t> ze sobą (~3 ugrupowania)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/>
              <a:t>Czekanowski i mapa liniowa obiektów są spójne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/>
              <a:t>Diagram wiązkowy i Czekanowski i mapa liniowa zmiennych mają widoczne ugrupowanie dla wydajności i brak dla UDZ i BEC - spójność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/>
              <a:t>WIK, ZEG nie tworzyły spójnej grupy w diagramie wiązkowym i mapy liniowej zmiennych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/>
              <a:t>Wykresy korelacyjne dla wydajności tworzą ugrupowania, a UDZ faktycznie odbiega od każdej zmiennej znacząco – najmniejsza zmienność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/>
              <a:t>RTX4090 jest najmocniejszą kartą graficzną od firmy NVIDIA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/>
              <a:t>GTX1070 jest najbardziej posiadaną i popularną kartą wśród użytkowników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/>
              <a:t>GTX960M ze względu na jedyną ze zbioru kartą graficzną </a:t>
            </a:r>
            <a:r>
              <a:rPr lang="pl-PL" sz="2400" dirty="0" err="1"/>
              <a:t>laptopową</a:t>
            </a:r>
            <a:r>
              <a:rPr lang="pl-PL" sz="2400" dirty="0"/>
              <a:t> okazuje się mieć najwyższy udział w rynku: Laptopy są kupowane najczęściej!!!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2151679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C5A445-6A65-37FA-5ED7-0F482147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381" y="219464"/>
            <a:ext cx="8970264" cy="753082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Problem chemometryczny</a:t>
            </a:r>
          </a:p>
        </p:txBody>
      </p:sp>
      <p:sp>
        <p:nvSpPr>
          <p:cNvPr id="39" name="pole tekstowe 38">
            <a:extLst>
              <a:ext uri="{FF2B5EF4-FFF2-40B4-BE49-F238E27FC236}">
                <a16:creationId xmlns:a16="http://schemas.microsoft.com/office/drawing/2014/main" id="{5C3F1882-D296-BA86-546F-7E98CB26BD85}"/>
              </a:ext>
            </a:extLst>
          </p:cNvPr>
          <p:cNvSpPr txBox="1"/>
          <p:nvPr/>
        </p:nvSpPr>
        <p:spPr>
          <a:xfrm>
            <a:off x="1419225" y="2609849"/>
            <a:ext cx="9858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800" dirty="0"/>
              <a:t>Analiza zmiennych i obiektów kart graficznych firmy NVIDIA zostały przedstawione i zaprezentowane na wcześniejszych slajdach -&gt; </a:t>
            </a:r>
            <a:r>
              <a:rPr lang="pl-PL" sz="2800" dirty="0">
                <a:solidFill>
                  <a:srgbClr val="92D050"/>
                </a:solidFill>
              </a:rPr>
              <a:t>problem rozwiązany!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2942161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bwód">
  <a:themeElements>
    <a:clrScheme name="Żółtopomarańczowy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bwód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bwód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Obwód</Template>
  <TotalTime>330</TotalTime>
  <Words>495</Words>
  <Application>Microsoft Office PowerPoint</Application>
  <PresentationFormat>Panoramiczny</PresentationFormat>
  <Paragraphs>77</Paragraphs>
  <Slides>29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3" baseType="lpstr">
      <vt:lpstr>Arial</vt:lpstr>
      <vt:lpstr>Calibri</vt:lpstr>
      <vt:lpstr>Tw Cen MT</vt:lpstr>
      <vt:lpstr>Obwód</vt:lpstr>
      <vt:lpstr>Analiza podobieństwa i obiektów kart Nvidia</vt:lpstr>
      <vt:lpstr>Prezentacja programu PowerPoint</vt:lpstr>
      <vt:lpstr>Prezentacja programu PowerPoint</vt:lpstr>
      <vt:lpstr>Prezentacja programu PowerPoint</vt:lpstr>
      <vt:lpstr>Punkty odbiegające – postępowanie KOS, FPS</vt:lpstr>
      <vt:lpstr>Prezentacja programu PowerPoint</vt:lpstr>
      <vt:lpstr>Prezentacja programu PowerPoint</vt:lpstr>
      <vt:lpstr>Wykresy korelacyjne: grupowania i odbiegające</vt:lpstr>
      <vt:lpstr>Wykresy korelacyjne: punkty odbiegające</vt:lpstr>
      <vt:lpstr>Wykresy korelacyjne: punkty odbiegające</vt:lpstr>
      <vt:lpstr>Wykresy korelacyjne: Grupowania</vt:lpstr>
      <vt:lpstr>Wykresy korelacyjne: Grupowania</vt:lpstr>
      <vt:lpstr>Diagram czekanowskiego</vt:lpstr>
      <vt:lpstr>Diagram czekanowskiego</vt:lpstr>
      <vt:lpstr>Diagram czekanowskiego</vt:lpstr>
      <vt:lpstr>Diagram czekanowskiego</vt:lpstr>
      <vt:lpstr>Diagram wiązkowy</vt:lpstr>
      <vt:lpstr>Diagram wiązkowy</vt:lpstr>
      <vt:lpstr>PCA – tabele</vt:lpstr>
      <vt:lpstr>PCA – Mapa liniowa zmiennych</vt:lpstr>
      <vt:lpstr>PCA – Wykres zmiennych</vt:lpstr>
      <vt:lpstr>Grupowania zmiennych</vt:lpstr>
      <vt:lpstr>PCA – Mapa liniowa Obiektów</vt:lpstr>
      <vt:lpstr>PCA – Mapa liniowa Obiektów</vt:lpstr>
      <vt:lpstr>Duży Czekanowski</vt:lpstr>
      <vt:lpstr>Duży Czekanowski</vt:lpstr>
      <vt:lpstr>Grupowania obiektów</vt:lpstr>
      <vt:lpstr>Podsumowanie</vt:lpstr>
      <vt:lpstr>Problem chemometryczny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podobieństwa i obiektów kart Nvidia</dc:title>
  <dc:creator>Jan Latt</dc:creator>
  <cp:lastModifiedBy>Jan Latt</cp:lastModifiedBy>
  <cp:revision>92</cp:revision>
  <dcterms:created xsi:type="dcterms:W3CDTF">2024-05-29T19:23:51Z</dcterms:created>
  <dcterms:modified xsi:type="dcterms:W3CDTF">2024-06-12T21:47:22Z</dcterms:modified>
</cp:coreProperties>
</file>